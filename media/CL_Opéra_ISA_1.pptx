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4ED7C-A6BD-4648-A4DA-9EB982B27DE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M"/>
        </a:p>
      </dgm:t>
    </dgm:pt>
    <dgm:pt modelId="{BECE037B-892D-4C87-B207-7091793FFE6F}">
      <dgm:prSet phldrT="[Texte]" custT="1"/>
      <dgm:spPr/>
      <dgm:t>
        <a:bodyPr/>
        <a:lstStyle/>
        <a:p>
          <a:r>
            <a:rPr lang="fr-CM" sz="700"/>
            <a:t>Institution (ISA)</a:t>
          </a:r>
        </a:p>
      </dgm:t>
    </dgm:pt>
    <dgm:pt modelId="{59CA9BC1-7958-4F67-9F43-57DE1804FDA6}" type="parTrans" cxnId="{6C74E017-7FB9-47F8-86EE-BE647C055E32}">
      <dgm:prSet/>
      <dgm:spPr/>
      <dgm:t>
        <a:bodyPr/>
        <a:lstStyle/>
        <a:p>
          <a:endParaRPr lang="fr-CM" sz="2000"/>
        </a:p>
      </dgm:t>
    </dgm:pt>
    <dgm:pt modelId="{B969F5FD-AFC8-45A4-B01F-1F6345C7D1C5}" type="sibTrans" cxnId="{6C74E017-7FB9-47F8-86EE-BE647C055E32}">
      <dgm:prSet/>
      <dgm:spPr/>
      <dgm:t>
        <a:bodyPr/>
        <a:lstStyle/>
        <a:p>
          <a:endParaRPr lang="fr-CM" sz="2000"/>
        </a:p>
      </dgm:t>
    </dgm:pt>
    <dgm:pt modelId="{C0B61EB4-C097-4964-8122-3C1FB472CD0B}">
      <dgm:prSet phldrT="[Texte]" custT="1"/>
      <dgm:spPr/>
      <dgm:t>
        <a:bodyPr/>
        <a:lstStyle/>
        <a:p>
          <a:r>
            <a:rPr lang="fr-CM" sz="700"/>
            <a:t>EAP</a:t>
          </a:r>
        </a:p>
      </dgm:t>
    </dgm:pt>
    <dgm:pt modelId="{F0DFA19F-CFB2-4860-AA85-153B8B374452}" type="parTrans" cxnId="{E5FB5EFD-DFD8-4DF5-B934-BBD87F76D4AE}">
      <dgm:prSet/>
      <dgm:spPr/>
      <dgm:t>
        <a:bodyPr/>
        <a:lstStyle/>
        <a:p>
          <a:endParaRPr lang="fr-CM" sz="2000"/>
        </a:p>
      </dgm:t>
    </dgm:pt>
    <dgm:pt modelId="{6180084C-77D1-404E-B633-93C15D639F8A}" type="sibTrans" cxnId="{E5FB5EFD-DFD8-4DF5-B934-BBD87F76D4AE}">
      <dgm:prSet/>
      <dgm:spPr/>
      <dgm:t>
        <a:bodyPr/>
        <a:lstStyle/>
        <a:p>
          <a:endParaRPr lang="fr-CM" sz="2000"/>
        </a:p>
      </dgm:t>
    </dgm:pt>
    <dgm:pt modelId="{7091FBFF-27F9-49DE-90B6-8E63B06C0B5B}">
      <dgm:prSet phldrT="[Texte]" custT="1"/>
      <dgm:spPr/>
      <dgm:t>
        <a:bodyPr/>
        <a:lstStyle/>
        <a:p>
          <a:r>
            <a:rPr lang="fr-CM" sz="700"/>
            <a:t>CS4ME</a:t>
          </a:r>
        </a:p>
      </dgm:t>
    </dgm:pt>
    <dgm:pt modelId="{5D7A9317-EC5C-4E9F-B72F-2A994121BCF5}" type="parTrans" cxnId="{A54ADE78-B70F-42AB-B545-55DD0E0A9B40}">
      <dgm:prSet/>
      <dgm:spPr/>
      <dgm:t>
        <a:bodyPr/>
        <a:lstStyle/>
        <a:p>
          <a:endParaRPr lang="fr-CM" sz="2000"/>
        </a:p>
      </dgm:t>
    </dgm:pt>
    <dgm:pt modelId="{104EA070-6641-49EE-8047-FAED54D117B0}" type="sibTrans" cxnId="{A54ADE78-B70F-42AB-B545-55DD0E0A9B40}">
      <dgm:prSet/>
      <dgm:spPr/>
      <dgm:t>
        <a:bodyPr/>
        <a:lstStyle/>
        <a:p>
          <a:endParaRPr lang="fr-CM" sz="2000"/>
        </a:p>
      </dgm:t>
    </dgm:pt>
    <dgm:pt modelId="{A4B0A566-DA4E-4B4B-8E98-BB54C0B0DA18}">
      <dgm:prSet phldrT="[Texte]" custT="1"/>
      <dgm:spPr/>
      <dgm:t>
        <a:bodyPr/>
        <a:lstStyle/>
        <a:p>
          <a:r>
            <a:rPr lang="fr-CM" sz="700"/>
            <a:t>CRG</a:t>
          </a:r>
        </a:p>
      </dgm:t>
    </dgm:pt>
    <dgm:pt modelId="{570C4A25-1965-4D83-9A2A-81F9DFC5CA8A}" type="parTrans" cxnId="{6C47B7B2-93EB-4AAB-ACC8-C74D9A3DC7F2}">
      <dgm:prSet/>
      <dgm:spPr/>
      <dgm:t>
        <a:bodyPr/>
        <a:lstStyle/>
        <a:p>
          <a:endParaRPr lang="fr-CM" sz="2000"/>
        </a:p>
      </dgm:t>
    </dgm:pt>
    <dgm:pt modelId="{BBF59F36-4F51-4A2E-9AAC-5567E6C2029F}" type="sibTrans" cxnId="{6C47B7B2-93EB-4AAB-ACC8-C74D9A3DC7F2}">
      <dgm:prSet/>
      <dgm:spPr/>
      <dgm:t>
        <a:bodyPr/>
        <a:lstStyle/>
        <a:p>
          <a:endParaRPr lang="fr-CM" sz="2000"/>
        </a:p>
      </dgm:t>
    </dgm:pt>
    <dgm:pt modelId="{5A932A7E-FB3E-4380-9CEE-69CF7DCBFDC0}">
      <dgm:prSet phldrT="[Texte]" custT="1"/>
      <dgm:spPr/>
      <dgm:t>
        <a:bodyPr/>
        <a:lstStyle/>
        <a:p>
          <a:r>
            <a:rPr lang="fr-CM" sz="700"/>
            <a:t>GC7</a:t>
          </a:r>
        </a:p>
      </dgm:t>
    </dgm:pt>
    <dgm:pt modelId="{7851C3DD-ACAC-42A4-BA4A-A8209B403AFB}" type="parTrans" cxnId="{3705E072-3046-478C-90BC-F03C6042F93B}">
      <dgm:prSet/>
      <dgm:spPr/>
      <dgm:t>
        <a:bodyPr/>
        <a:lstStyle/>
        <a:p>
          <a:endParaRPr lang="fr-CM" sz="2000"/>
        </a:p>
      </dgm:t>
    </dgm:pt>
    <dgm:pt modelId="{432AE30B-A964-4148-A841-90C0868F0BC5}" type="sibTrans" cxnId="{3705E072-3046-478C-90BC-F03C6042F93B}">
      <dgm:prSet/>
      <dgm:spPr/>
      <dgm:t>
        <a:bodyPr/>
        <a:lstStyle/>
        <a:p>
          <a:endParaRPr lang="fr-CM" sz="2000"/>
        </a:p>
      </dgm:t>
    </dgm:pt>
    <dgm:pt modelId="{6AE208B1-2B12-4547-B351-BE68CA0A77B1}">
      <dgm:prSet phldrT="[Texte]" custT="1"/>
      <dgm:spPr/>
      <dgm:t>
        <a:bodyPr/>
        <a:lstStyle/>
        <a:p>
          <a:r>
            <a:rPr lang="fr-CM" sz="700"/>
            <a:t>JLA</a:t>
          </a:r>
        </a:p>
      </dgm:t>
    </dgm:pt>
    <dgm:pt modelId="{FF3482D3-FD0F-4B8B-A611-D175F95DD65F}" type="parTrans" cxnId="{C5B0CB7A-3777-4828-8696-A04B2F7337D4}">
      <dgm:prSet/>
      <dgm:spPr/>
      <dgm:t>
        <a:bodyPr/>
        <a:lstStyle/>
        <a:p>
          <a:endParaRPr lang="fr-CM" sz="2000"/>
        </a:p>
      </dgm:t>
    </dgm:pt>
    <dgm:pt modelId="{5CAA4BDC-29E9-4820-9184-8D1A244DFF69}" type="sibTrans" cxnId="{C5B0CB7A-3777-4828-8696-A04B2F7337D4}">
      <dgm:prSet/>
      <dgm:spPr/>
      <dgm:t>
        <a:bodyPr/>
        <a:lstStyle/>
        <a:p>
          <a:endParaRPr lang="fr-CM" sz="2000"/>
        </a:p>
      </dgm:t>
    </dgm:pt>
    <dgm:pt modelId="{36D539F4-71FD-4FDB-8CB1-D9D5209AD304}">
      <dgm:prSet phldrT="[Texte]" custT="1"/>
      <dgm:spPr/>
      <dgm:t>
        <a:bodyPr/>
        <a:lstStyle/>
        <a:p>
          <a:r>
            <a:rPr lang="fr-CM" sz="700"/>
            <a:t>GFAN Africa</a:t>
          </a:r>
        </a:p>
      </dgm:t>
    </dgm:pt>
    <dgm:pt modelId="{46F04025-8131-4A67-9916-FB8F7520F11B}" type="parTrans" cxnId="{8A25B382-AB11-4982-B249-0FD34ED259F5}">
      <dgm:prSet/>
      <dgm:spPr/>
      <dgm:t>
        <a:bodyPr/>
        <a:lstStyle/>
        <a:p>
          <a:endParaRPr lang="fr-CM" sz="2000"/>
        </a:p>
      </dgm:t>
    </dgm:pt>
    <dgm:pt modelId="{2E9DF249-3D7D-4FA5-BF2A-FF8920442847}" type="sibTrans" cxnId="{8A25B382-AB11-4982-B249-0FD34ED259F5}">
      <dgm:prSet/>
      <dgm:spPr/>
      <dgm:t>
        <a:bodyPr/>
        <a:lstStyle/>
        <a:p>
          <a:endParaRPr lang="fr-CM" sz="2000"/>
        </a:p>
      </dgm:t>
    </dgm:pt>
    <dgm:pt modelId="{5B9CC11F-3560-4951-9A67-7800CE6DEB0E}">
      <dgm:prSet phldrT="[Texte]" custT="1"/>
      <dgm:spPr/>
      <dgm:t>
        <a:bodyPr/>
        <a:lstStyle/>
        <a:p>
          <a:r>
            <a:rPr lang="fr-CM" sz="700"/>
            <a:t>BMGF</a:t>
          </a:r>
        </a:p>
      </dgm:t>
    </dgm:pt>
    <dgm:pt modelId="{0A23C00D-8EB8-446B-ABBA-1247D4A06EFA}" type="parTrans" cxnId="{A294484E-8D21-4F38-9D1F-A9265C4A4BD8}">
      <dgm:prSet/>
      <dgm:spPr/>
      <dgm:t>
        <a:bodyPr/>
        <a:lstStyle/>
        <a:p>
          <a:endParaRPr lang="fr-CM" sz="2000"/>
        </a:p>
      </dgm:t>
    </dgm:pt>
    <dgm:pt modelId="{911E23F5-8C63-4DC2-82B2-8FDC5462B3F1}" type="sibTrans" cxnId="{A294484E-8D21-4F38-9D1F-A9265C4A4BD8}">
      <dgm:prSet/>
      <dgm:spPr/>
      <dgm:t>
        <a:bodyPr/>
        <a:lstStyle/>
        <a:p>
          <a:endParaRPr lang="fr-CM" sz="2000"/>
        </a:p>
      </dgm:t>
    </dgm:pt>
    <dgm:pt modelId="{6F3114C4-223C-4541-83F9-9A1C85FC5650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1BEFC1B7-5B35-4DD8-AB41-C42D4FCCCE2A}" type="parTrans" cxnId="{5FF28F30-5351-47EB-ADAC-D459FC7FB57D}">
      <dgm:prSet/>
      <dgm:spPr/>
      <dgm:t>
        <a:bodyPr/>
        <a:lstStyle/>
        <a:p>
          <a:endParaRPr lang="fr-CM" sz="2000"/>
        </a:p>
      </dgm:t>
    </dgm:pt>
    <dgm:pt modelId="{AD19588C-5121-4A4F-89AE-0CE39CA612F7}" type="sibTrans" cxnId="{5FF28F30-5351-47EB-ADAC-D459FC7FB57D}">
      <dgm:prSet/>
      <dgm:spPr/>
      <dgm:t>
        <a:bodyPr/>
        <a:lstStyle/>
        <a:p>
          <a:endParaRPr lang="fr-CM" sz="2000"/>
        </a:p>
      </dgm:t>
    </dgm:pt>
    <dgm:pt modelId="{EEC48039-0ECC-4C46-B031-FFB15852F265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B4A68993-3704-4C88-B033-C7C63DD98D4E}" type="parTrans" cxnId="{B3164371-569F-44EA-B8A7-81B1412ED0E9}">
      <dgm:prSet/>
      <dgm:spPr/>
      <dgm:t>
        <a:bodyPr/>
        <a:lstStyle/>
        <a:p>
          <a:endParaRPr lang="fr-CM" sz="2000"/>
        </a:p>
      </dgm:t>
    </dgm:pt>
    <dgm:pt modelId="{7A147098-CD02-4C2E-881A-5BD88972FC20}" type="sibTrans" cxnId="{B3164371-569F-44EA-B8A7-81B1412ED0E9}">
      <dgm:prSet/>
      <dgm:spPr/>
      <dgm:t>
        <a:bodyPr/>
        <a:lstStyle/>
        <a:p>
          <a:endParaRPr lang="fr-CM" sz="2000"/>
        </a:p>
      </dgm:t>
    </dgm:pt>
    <dgm:pt modelId="{1CF1AB6D-CA63-47F2-9881-2C24CA00F13F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70156374-66B2-4E27-A6F1-8C34FABF4DB0}" type="parTrans" cxnId="{C9223B7F-0D19-48A6-B100-CB0A71E554A1}">
      <dgm:prSet/>
      <dgm:spPr/>
      <dgm:t>
        <a:bodyPr/>
        <a:lstStyle/>
        <a:p>
          <a:endParaRPr lang="fr-CM" sz="2000"/>
        </a:p>
      </dgm:t>
    </dgm:pt>
    <dgm:pt modelId="{680FB4BD-6E1F-4E88-9C5F-C6F6B61A8809}" type="sibTrans" cxnId="{C9223B7F-0D19-48A6-B100-CB0A71E554A1}">
      <dgm:prSet/>
      <dgm:spPr/>
      <dgm:t>
        <a:bodyPr/>
        <a:lstStyle/>
        <a:p>
          <a:endParaRPr lang="fr-CM" sz="2000"/>
        </a:p>
      </dgm:t>
    </dgm:pt>
    <dgm:pt modelId="{F2259ACD-92A3-4024-B8B6-2FAFC24FDC54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2EF8A5C5-59B5-48CA-83C4-D945F605DFB6}" type="parTrans" cxnId="{21EB633F-DA0F-46F6-87B9-80324A544D88}">
      <dgm:prSet/>
      <dgm:spPr/>
      <dgm:t>
        <a:bodyPr/>
        <a:lstStyle/>
        <a:p>
          <a:endParaRPr lang="fr-CM" sz="2000"/>
        </a:p>
      </dgm:t>
    </dgm:pt>
    <dgm:pt modelId="{8DCE2A70-9D0E-4421-A9B1-F975FC858E65}" type="sibTrans" cxnId="{21EB633F-DA0F-46F6-87B9-80324A544D88}">
      <dgm:prSet/>
      <dgm:spPr/>
      <dgm:t>
        <a:bodyPr/>
        <a:lstStyle/>
        <a:p>
          <a:endParaRPr lang="fr-CM" sz="2000"/>
        </a:p>
      </dgm:t>
    </dgm:pt>
    <dgm:pt modelId="{3795FFE3-F5F2-4CF5-BAA9-9506384EB118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21702866-515E-4217-A0E0-4763E95A8AAC}" type="parTrans" cxnId="{72DCB4BB-D86B-4CB0-A9B4-D3DF1740986C}">
      <dgm:prSet/>
      <dgm:spPr/>
      <dgm:t>
        <a:bodyPr/>
        <a:lstStyle/>
        <a:p>
          <a:endParaRPr lang="fr-CM" sz="2000"/>
        </a:p>
      </dgm:t>
    </dgm:pt>
    <dgm:pt modelId="{5D0ABF38-33CC-4C5F-8FCC-B24DD5F69207}" type="sibTrans" cxnId="{72DCB4BB-D86B-4CB0-A9B4-D3DF1740986C}">
      <dgm:prSet/>
      <dgm:spPr/>
      <dgm:t>
        <a:bodyPr/>
        <a:lstStyle/>
        <a:p>
          <a:endParaRPr lang="fr-CM" sz="2000"/>
        </a:p>
      </dgm:t>
    </dgm:pt>
    <dgm:pt modelId="{DBB1EB57-EBAE-4E28-8727-8C9FF5BBFA34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A7601D3B-5AC6-4F11-81C5-F0BB4169D199}" type="parTrans" cxnId="{59872A59-C612-4C38-9066-E3218576569C}">
      <dgm:prSet/>
      <dgm:spPr/>
      <dgm:t>
        <a:bodyPr/>
        <a:lstStyle/>
        <a:p>
          <a:endParaRPr lang="fr-CM" sz="2000"/>
        </a:p>
      </dgm:t>
    </dgm:pt>
    <dgm:pt modelId="{D313A19D-70F9-411B-8AC9-0461F3DB05C7}" type="sibTrans" cxnId="{59872A59-C612-4C38-9066-E3218576569C}">
      <dgm:prSet/>
      <dgm:spPr/>
      <dgm:t>
        <a:bodyPr/>
        <a:lstStyle/>
        <a:p>
          <a:endParaRPr lang="fr-CM" sz="2000"/>
        </a:p>
      </dgm:t>
    </dgm:pt>
    <dgm:pt modelId="{E5329209-B449-469F-A049-D8834C4F5B0B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BF8AC7BE-60D2-44A9-B876-B1D43071EBEF}" type="parTrans" cxnId="{BD1A974D-2785-4633-A0FA-4926532370A7}">
      <dgm:prSet/>
      <dgm:spPr/>
      <dgm:t>
        <a:bodyPr/>
        <a:lstStyle/>
        <a:p>
          <a:endParaRPr lang="fr-CM" sz="2000"/>
        </a:p>
      </dgm:t>
    </dgm:pt>
    <dgm:pt modelId="{8B3DA5F6-7862-439A-B544-A2B821778545}" type="sibTrans" cxnId="{BD1A974D-2785-4633-A0FA-4926532370A7}">
      <dgm:prSet/>
      <dgm:spPr/>
      <dgm:t>
        <a:bodyPr/>
        <a:lstStyle/>
        <a:p>
          <a:endParaRPr lang="fr-CM" sz="2000"/>
        </a:p>
      </dgm:t>
    </dgm:pt>
    <dgm:pt modelId="{2AD22A32-1C7D-4022-AFDF-D5959ED1FE06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98DDB3AA-B8D0-456F-BB6D-347490F53DBD}" type="parTrans" cxnId="{F4974309-C840-430C-834E-A5BAF33A1A69}">
      <dgm:prSet/>
      <dgm:spPr/>
      <dgm:t>
        <a:bodyPr/>
        <a:lstStyle/>
        <a:p>
          <a:endParaRPr lang="fr-CM" sz="2000"/>
        </a:p>
      </dgm:t>
    </dgm:pt>
    <dgm:pt modelId="{7F47C3C1-3D8B-40C1-B529-DCD6F9E4C336}" type="sibTrans" cxnId="{F4974309-C840-430C-834E-A5BAF33A1A69}">
      <dgm:prSet/>
      <dgm:spPr/>
      <dgm:t>
        <a:bodyPr/>
        <a:lstStyle/>
        <a:p>
          <a:endParaRPr lang="fr-CM" sz="2000"/>
        </a:p>
      </dgm:t>
    </dgm:pt>
    <dgm:pt modelId="{B5DE9DF5-D6EA-466D-BBE7-AB3B5E6048C0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A016C474-10A3-463F-8A53-986E1B301199}" type="parTrans" cxnId="{CE3ED2EB-122F-401A-AD84-524E96057B65}">
      <dgm:prSet/>
      <dgm:spPr/>
      <dgm:t>
        <a:bodyPr/>
        <a:lstStyle/>
        <a:p>
          <a:endParaRPr lang="fr-CM" sz="2000"/>
        </a:p>
      </dgm:t>
    </dgm:pt>
    <dgm:pt modelId="{E1675CE5-D36E-42CC-B86B-9BE2E1CD70E1}" type="sibTrans" cxnId="{CE3ED2EB-122F-401A-AD84-524E96057B65}">
      <dgm:prSet/>
      <dgm:spPr/>
      <dgm:t>
        <a:bodyPr/>
        <a:lstStyle/>
        <a:p>
          <a:endParaRPr lang="fr-CM" sz="2000"/>
        </a:p>
      </dgm:t>
    </dgm:pt>
    <dgm:pt modelId="{5CC65992-FFBD-4E43-B79F-5D59AC9351B7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2A7DFB77-CB36-4E52-BA10-2791F8D340E1}" type="parTrans" cxnId="{FFFB5C40-41BA-4F9A-89F4-1971BA72F621}">
      <dgm:prSet/>
      <dgm:spPr/>
      <dgm:t>
        <a:bodyPr/>
        <a:lstStyle/>
        <a:p>
          <a:endParaRPr lang="fr-CM" sz="2000"/>
        </a:p>
      </dgm:t>
    </dgm:pt>
    <dgm:pt modelId="{7D343902-6CD5-4D64-8174-1AA4921B7575}" type="sibTrans" cxnId="{FFFB5C40-41BA-4F9A-89F4-1971BA72F621}">
      <dgm:prSet/>
      <dgm:spPr/>
      <dgm:t>
        <a:bodyPr/>
        <a:lstStyle/>
        <a:p>
          <a:endParaRPr lang="fr-CM" sz="2000"/>
        </a:p>
      </dgm:t>
    </dgm:pt>
    <dgm:pt modelId="{6FC0C474-F7BC-494F-92CB-F61B13EE4BAB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7EB67C2D-D37C-4370-83FA-DD93C5C2D2C3}" type="parTrans" cxnId="{F5681D41-E7A8-41D0-95A8-AB84ACB69090}">
      <dgm:prSet/>
      <dgm:spPr/>
      <dgm:t>
        <a:bodyPr/>
        <a:lstStyle/>
        <a:p>
          <a:endParaRPr lang="fr-CM" sz="2000"/>
        </a:p>
      </dgm:t>
    </dgm:pt>
    <dgm:pt modelId="{37648416-2955-418C-ADF4-0A7B527D1871}" type="sibTrans" cxnId="{F5681D41-E7A8-41D0-95A8-AB84ACB69090}">
      <dgm:prSet/>
      <dgm:spPr/>
      <dgm:t>
        <a:bodyPr/>
        <a:lstStyle/>
        <a:p>
          <a:endParaRPr lang="fr-CM" sz="2000"/>
        </a:p>
      </dgm:t>
    </dgm:pt>
    <dgm:pt modelId="{1B98F432-1907-4351-8908-FE5CEE924AA9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93B66431-E73A-4578-B97E-7932F301CEA4}" type="parTrans" cxnId="{1C9C5F21-DF30-4E7E-9441-4305F25A84D6}">
      <dgm:prSet/>
      <dgm:spPr/>
      <dgm:t>
        <a:bodyPr/>
        <a:lstStyle/>
        <a:p>
          <a:endParaRPr lang="fr-CM" sz="2000"/>
        </a:p>
      </dgm:t>
    </dgm:pt>
    <dgm:pt modelId="{923885B6-7CBC-47D0-AA3C-F6C0AB564949}" type="sibTrans" cxnId="{1C9C5F21-DF30-4E7E-9441-4305F25A84D6}">
      <dgm:prSet/>
      <dgm:spPr/>
      <dgm:t>
        <a:bodyPr/>
        <a:lstStyle/>
        <a:p>
          <a:endParaRPr lang="fr-CM" sz="2000"/>
        </a:p>
      </dgm:t>
    </dgm:pt>
    <dgm:pt modelId="{26643825-0A41-4ECB-B2AD-CA0BB1880EA5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8C826CC3-17BC-4ECD-804A-B027E7E9445D}" type="parTrans" cxnId="{BDE40051-8C06-4775-8CF1-8C67435644FF}">
      <dgm:prSet/>
      <dgm:spPr/>
      <dgm:t>
        <a:bodyPr/>
        <a:lstStyle/>
        <a:p>
          <a:endParaRPr lang="fr-CM" sz="2000"/>
        </a:p>
      </dgm:t>
    </dgm:pt>
    <dgm:pt modelId="{17E51467-CFCD-4A1E-B4FB-78F4736F2AB0}" type="sibTrans" cxnId="{BDE40051-8C06-4775-8CF1-8C67435644FF}">
      <dgm:prSet/>
      <dgm:spPr/>
      <dgm:t>
        <a:bodyPr/>
        <a:lstStyle/>
        <a:p>
          <a:endParaRPr lang="fr-CM" sz="2000"/>
        </a:p>
      </dgm:t>
    </dgm:pt>
    <dgm:pt modelId="{F4CE22E1-1E10-4F31-A7C7-AB72865A2E04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93910189-BC4A-42FD-9CA2-3DD7664487C9}" type="parTrans" cxnId="{EB04186A-0F7A-4331-81D3-9EA574F472CC}">
      <dgm:prSet/>
      <dgm:spPr/>
      <dgm:t>
        <a:bodyPr/>
        <a:lstStyle/>
        <a:p>
          <a:endParaRPr lang="fr-CM" sz="2000"/>
        </a:p>
      </dgm:t>
    </dgm:pt>
    <dgm:pt modelId="{F2ED2B3D-9106-4B45-BD25-DEFFF944B2D7}" type="sibTrans" cxnId="{EB04186A-0F7A-4331-81D3-9EA574F472CC}">
      <dgm:prSet/>
      <dgm:spPr/>
      <dgm:t>
        <a:bodyPr/>
        <a:lstStyle/>
        <a:p>
          <a:endParaRPr lang="fr-CM" sz="2000"/>
        </a:p>
      </dgm:t>
    </dgm:pt>
    <dgm:pt modelId="{C0AB329D-F14D-476B-9D51-99164C4BBBD7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782A12A8-21B9-4701-838F-DDA4488286E6}" type="parTrans" cxnId="{6CB97603-8472-40F5-A445-C562DCF33551}">
      <dgm:prSet/>
      <dgm:spPr/>
      <dgm:t>
        <a:bodyPr/>
        <a:lstStyle/>
        <a:p>
          <a:endParaRPr lang="fr-CM" sz="2000"/>
        </a:p>
      </dgm:t>
    </dgm:pt>
    <dgm:pt modelId="{112F9919-29E4-4AD7-8DA3-F0CAA12C6750}" type="sibTrans" cxnId="{6CB97603-8472-40F5-A445-C562DCF33551}">
      <dgm:prSet/>
      <dgm:spPr/>
      <dgm:t>
        <a:bodyPr/>
        <a:lstStyle/>
        <a:p>
          <a:endParaRPr lang="fr-CM" sz="2000"/>
        </a:p>
      </dgm:t>
    </dgm:pt>
    <dgm:pt modelId="{0F00A1C1-C209-4DCD-B4E6-715322FE3F9E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A5CD78F9-FA9B-4D86-8DE7-14D2584EA9E5}" type="parTrans" cxnId="{B08EA3D7-2800-4C95-8DF2-B5B1F8F403DA}">
      <dgm:prSet/>
      <dgm:spPr/>
      <dgm:t>
        <a:bodyPr/>
        <a:lstStyle/>
        <a:p>
          <a:endParaRPr lang="fr-CM" sz="2000"/>
        </a:p>
      </dgm:t>
    </dgm:pt>
    <dgm:pt modelId="{99F2D6C8-8499-4755-AF24-3C66106E05CB}" type="sibTrans" cxnId="{B08EA3D7-2800-4C95-8DF2-B5B1F8F403DA}">
      <dgm:prSet/>
      <dgm:spPr/>
      <dgm:t>
        <a:bodyPr/>
        <a:lstStyle/>
        <a:p>
          <a:endParaRPr lang="fr-CM" sz="2000"/>
        </a:p>
      </dgm:t>
    </dgm:pt>
    <dgm:pt modelId="{91C87E52-E8D5-4BD0-8E2C-64B98E8C1247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543B998B-BA4E-49B3-91F6-0E69088C6F62}" type="parTrans" cxnId="{6DC62D42-113C-4248-9019-D048355212DC}">
      <dgm:prSet/>
      <dgm:spPr/>
      <dgm:t>
        <a:bodyPr/>
        <a:lstStyle/>
        <a:p>
          <a:endParaRPr lang="fr-CM" sz="2000"/>
        </a:p>
      </dgm:t>
    </dgm:pt>
    <dgm:pt modelId="{789817EE-21A2-407D-8CF8-635F164C0E02}" type="sibTrans" cxnId="{6DC62D42-113C-4248-9019-D048355212DC}">
      <dgm:prSet/>
      <dgm:spPr/>
      <dgm:t>
        <a:bodyPr/>
        <a:lstStyle/>
        <a:p>
          <a:endParaRPr lang="fr-CM" sz="2000"/>
        </a:p>
      </dgm:t>
    </dgm:pt>
    <dgm:pt modelId="{AFB2D616-6873-42A9-A4A3-29C59F0AC8F6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EF1D7C80-3625-4C35-94E7-78F0CF2F8CEC}" type="parTrans" cxnId="{D0674459-A2AA-4B43-B903-AA91E3C4CFDF}">
      <dgm:prSet/>
      <dgm:spPr/>
      <dgm:t>
        <a:bodyPr/>
        <a:lstStyle/>
        <a:p>
          <a:endParaRPr lang="fr-CM" sz="2000"/>
        </a:p>
      </dgm:t>
    </dgm:pt>
    <dgm:pt modelId="{9E190D66-8C8D-46DB-9F56-2E51EC702848}" type="sibTrans" cxnId="{D0674459-A2AA-4B43-B903-AA91E3C4CFDF}">
      <dgm:prSet/>
      <dgm:spPr/>
      <dgm:t>
        <a:bodyPr/>
        <a:lstStyle/>
        <a:p>
          <a:endParaRPr lang="fr-CM" sz="2000"/>
        </a:p>
      </dgm:t>
    </dgm:pt>
    <dgm:pt modelId="{7172B773-709C-4D5B-8D05-96CA86F3D710}">
      <dgm:prSet phldrT="[Texte]" custT="1"/>
      <dgm:spPr/>
      <dgm:t>
        <a:bodyPr/>
        <a:lstStyle/>
        <a:p>
          <a:r>
            <a:rPr lang="fr-CM" sz="700"/>
            <a:t>SERA</a:t>
          </a:r>
        </a:p>
      </dgm:t>
    </dgm:pt>
    <dgm:pt modelId="{A1E22B69-9D0F-463E-8D37-6B548C71818E}" type="parTrans" cxnId="{71C161BE-7949-4F3C-80B4-18390CD99E24}">
      <dgm:prSet/>
      <dgm:spPr/>
      <dgm:t>
        <a:bodyPr/>
        <a:lstStyle/>
        <a:p>
          <a:endParaRPr lang="fr-CM" sz="2000"/>
        </a:p>
      </dgm:t>
    </dgm:pt>
    <dgm:pt modelId="{BCC7AEEE-4528-43DC-A0F0-F030306C6AAC}" type="sibTrans" cxnId="{71C161BE-7949-4F3C-80B4-18390CD99E24}">
      <dgm:prSet/>
      <dgm:spPr/>
      <dgm:t>
        <a:bodyPr/>
        <a:lstStyle/>
        <a:p>
          <a:endParaRPr lang="fr-CM" sz="2000"/>
        </a:p>
      </dgm:t>
    </dgm:pt>
    <dgm:pt modelId="{860B792F-345F-471F-9A30-E1C5F9900B0C}">
      <dgm:prSet phldrT="[Texte]" custT="1"/>
      <dgm:spPr/>
      <dgm:t>
        <a:bodyPr/>
        <a:lstStyle/>
        <a:p>
          <a:r>
            <a:rPr lang="fr-CM" sz="700"/>
            <a:t>COM</a:t>
          </a:r>
        </a:p>
      </dgm:t>
    </dgm:pt>
    <dgm:pt modelId="{D48DA3EB-08FC-4B2C-A0FB-432C08749449}" type="parTrans" cxnId="{B34A05E9-4BE2-44BC-B632-DF6C872E6DC9}">
      <dgm:prSet/>
      <dgm:spPr/>
      <dgm:t>
        <a:bodyPr/>
        <a:lstStyle/>
        <a:p>
          <a:endParaRPr lang="fr-CM" sz="2000"/>
        </a:p>
      </dgm:t>
    </dgm:pt>
    <dgm:pt modelId="{DD21D991-D0A1-4E7B-84A1-D511EC581A21}" type="sibTrans" cxnId="{B34A05E9-4BE2-44BC-B632-DF6C872E6DC9}">
      <dgm:prSet/>
      <dgm:spPr/>
      <dgm:t>
        <a:bodyPr/>
        <a:lstStyle/>
        <a:p>
          <a:endParaRPr lang="fr-CM" sz="2000"/>
        </a:p>
      </dgm:t>
    </dgm:pt>
    <dgm:pt modelId="{9AA3A445-6FC0-4B50-A398-B76E7592A926}">
      <dgm:prSet phldrT="[Texte]" custT="1"/>
      <dgm:spPr/>
      <dgm:t>
        <a:bodyPr/>
        <a:lstStyle/>
        <a:p>
          <a:r>
            <a:rPr lang="fr-CM" sz="700"/>
            <a:t>Plaidoyer</a:t>
          </a:r>
        </a:p>
      </dgm:t>
    </dgm:pt>
    <dgm:pt modelId="{72E471B0-3567-493F-BBB9-5A2309637279}" type="parTrans" cxnId="{B7817D17-4147-4058-882B-B4EF316E15DC}">
      <dgm:prSet/>
      <dgm:spPr/>
      <dgm:t>
        <a:bodyPr/>
        <a:lstStyle/>
        <a:p>
          <a:endParaRPr lang="fr-CM" sz="2000"/>
        </a:p>
      </dgm:t>
    </dgm:pt>
    <dgm:pt modelId="{51E1045D-5D56-4AB0-A9D6-D0187D5B224F}" type="sibTrans" cxnId="{B7817D17-4147-4058-882B-B4EF316E15DC}">
      <dgm:prSet/>
      <dgm:spPr/>
      <dgm:t>
        <a:bodyPr/>
        <a:lstStyle/>
        <a:p>
          <a:endParaRPr lang="fr-CM" sz="2000"/>
        </a:p>
      </dgm:t>
    </dgm:pt>
    <dgm:pt modelId="{D7869BB8-A18B-4F51-941E-EA2281AC8627}">
      <dgm:prSet phldrT="[Texte]" custT="1"/>
      <dgm:spPr/>
      <dgm:t>
        <a:bodyPr/>
        <a:lstStyle/>
        <a:p>
          <a:r>
            <a:rPr lang="fr-CM" sz="700"/>
            <a:t>OS1</a:t>
          </a:r>
        </a:p>
      </dgm:t>
    </dgm:pt>
    <dgm:pt modelId="{812E94A8-4BCD-4174-9999-D7BBFD6698D1}" type="parTrans" cxnId="{8DC00ACB-7901-4A02-9D18-B242518742BB}">
      <dgm:prSet/>
      <dgm:spPr/>
      <dgm:t>
        <a:bodyPr/>
        <a:lstStyle/>
        <a:p>
          <a:endParaRPr lang="fr-CM" sz="2000"/>
        </a:p>
      </dgm:t>
    </dgm:pt>
    <dgm:pt modelId="{315B12A8-6F49-458D-AFEB-9D28C1B21B25}" type="sibTrans" cxnId="{8DC00ACB-7901-4A02-9D18-B242518742BB}">
      <dgm:prSet/>
      <dgm:spPr/>
      <dgm:t>
        <a:bodyPr/>
        <a:lstStyle/>
        <a:p>
          <a:endParaRPr lang="fr-CM" sz="2000"/>
        </a:p>
      </dgm:t>
    </dgm:pt>
    <dgm:pt modelId="{FFC90C50-2CAF-4ED4-A06F-849A0AC224B2}">
      <dgm:prSet phldrT="[Texte]" custT="1"/>
      <dgm:spPr/>
      <dgm:t>
        <a:bodyPr/>
        <a:lstStyle/>
        <a:p>
          <a:r>
            <a:rPr lang="fr-CM" sz="700"/>
            <a:t>Activités</a:t>
          </a:r>
        </a:p>
      </dgm:t>
    </dgm:pt>
    <dgm:pt modelId="{CDA4E613-772D-499D-8F1E-FF7D30FD3558}" type="parTrans" cxnId="{C4400116-5078-45F9-B2F4-222B97EC6ED5}">
      <dgm:prSet/>
      <dgm:spPr/>
      <dgm:t>
        <a:bodyPr/>
        <a:lstStyle/>
        <a:p>
          <a:endParaRPr lang="fr-CM" sz="2000"/>
        </a:p>
      </dgm:t>
    </dgm:pt>
    <dgm:pt modelId="{7452C98B-CE0C-4D83-8DE0-1675C2CEF98C}" type="sibTrans" cxnId="{C4400116-5078-45F9-B2F4-222B97EC6ED5}">
      <dgm:prSet/>
      <dgm:spPr/>
      <dgm:t>
        <a:bodyPr/>
        <a:lstStyle/>
        <a:p>
          <a:endParaRPr lang="fr-CM" sz="2000"/>
        </a:p>
      </dgm:t>
    </dgm:pt>
    <dgm:pt modelId="{4E70F2CE-E916-4E0F-BE44-19AFCD019626}">
      <dgm:prSet phldrT="[Texte]" custT="1"/>
      <dgm:spPr/>
      <dgm:t>
        <a:bodyPr/>
        <a:lstStyle/>
        <a:p>
          <a:r>
            <a:rPr lang="fr-CM" sz="700"/>
            <a:t>OS</a:t>
          </a:r>
        </a:p>
      </dgm:t>
    </dgm:pt>
    <dgm:pt modelId="{DE203C6B-9AAF-4844-A090-3AFEE0F30BFA}" type="parTrans" cxnId="{88C9FA08-8683-4A7E-8B1D-BF66A614790C}">
      <dgm:prSet/>
      <dgm:spPr/>
      <dgm:t>
        <a:bodyPr/>
        <a:lstStyle/>
        <a:p>
          <a:endParaRPr lang="fr-CM" sz="2000"/>
        </a:p>
      </dgm:t>
    </dgm:pt>
    <dgm:pt modelId="{B9C805D4-8F0F-4ABF-856A-FAA474FF3E42}" type="sibTrans" cxnId="{88C9FA08-8683-4A7E-8B1D-BF66A614790C}">
      <dgm:prSet/>
      <dgm:spPr/>
      <dgm:t>
        <a:bodyPr/>
        <a:lstStyle/>
        <a:p>
          <a:endParaRPr lang="fr-CM" sz="2000"/>
        </a:p>
      </dgm:t>
    </dgm:pt>
    <dgm:pt modelId="{3DB545B9-8787-4BE4-8F75-4B30BE33D57E}">
      <dgm:prSet phldrT="[Texte]" custT="1"/>
      <dgm:spPr/>
      <dgm:t>
        <a:bodyPr/>
        <a:lstStyle/>
        <a:p>
          <a:r>
            <a:rPr lang="fr-CM" sz="700"/>
            <a:t>Résultats</a:t>
          </a:r>
        </a:p>
      </dgm:t>
    </dgm:pt>
    <dgm:pt modelId="{72324101-AEE8-45C3-9786-E1368F4AF639}" type="parTrans" cxnId="{51E0AD6F-90C7-4DAE-96E4-925B5CA92762}">
      <dgm:prSet/>
      <dgm:spPr/>
      <dgm:t>
        <a:bodyPr/>
        <a:lstStyle/>
        <a:p>
          <a:endParaRPr lang="fr-CM" sz="2000"/>
        </a:p>
      </dgm:t>
    </dgm:pt>
    <dgm:pt modelId="{C51CBE56-7921-4D3E-BDE3-5C30DF489D3A}" type="sibTrans" cxnId="{51E0AD6F-90C7-4DAE-96E4-925B5CA92762}">
      <dgm:prSet/>
      <dgm:spPr/>
      <dgm:t>
        <a:bodyPr/>
        <a:lstStyle/>
        <a:p>
          <a:endParaRPr lang="fr-CM" sz="2000"/>
        </a:p>
      </dgm:t>
    </dgm:pt>
    <dgm:pt modelId="{F9489F5D-8FD8-41EB-B4F7-F64618A3ACF0}">
      <dgm:prSet phldrT="[Texte]" custT="1"/>
      <dgm:spPr/>
      <dgm:t>
        <a:bodyPr/>
        <a:lstStyle/>
        <a:p>
          <a:r>
            <a:rPr lang="fr-CM" sz="700"/>
            <a:t>OS</a:t>
          </a:r>
        </a:p>
      </dgm:t>
    </dgm:pt>
    <dgm:pt modelId="{441A3669-CF78-4CD8-B7BA-84D290FD1E86}" type="parTrans" cxnId="{15BCB075-3388-4B20-8CB3-677FF5B83782}">
      <dgm:prSet/>
      <dgm:spPr/>
      <dgm:t>
        <a:bodyPr/>
        <a:lstStyle/>
        <a:p>
          <a:endParaRPr lang="fr-CM" sz="2000"/>
        </a:p>
      </dgm:t>
    </dgm:pt>
    <dgm:pt modelId="{3B29825D-41FF-4BA8-930E-1F50336FBDD9}" type="sibTrans" cxnId="{15BCB075-3388-4B20-8CB3-677FF5B83782}">
      <dgm:prSet/>
      <dgm:spPr/>
      <dgm:t>
        <a:bodyPr/>
        <a:lstStyle/>
        <a:p>
          <a:endParaRPr lang="fr-CM" sz="2000"/>
        </a:p>
      </dgm:t>
    </dgm:pt>
    <dgm:pt modelId="{888ECFA9-1FD3-464D-9EEA-CFA5D99698B1}">
      <dgm:prSet phldrT="[Texte]" custT="1"/>
      <dgm:spPr/>
      <dgm:t>
        <a:bodyPr/>
        <a:lstStyle/>
        <a:p>
          <a:r>
            <a:rPr lang="fr-CM" sz="700"/>
            <a:t>OS2</a:t>
          </a:r>
        </a:p>
      </dgm:t>
    </dgm:pt>
    <dgm:pt modelId="{D185D1CD-13EA-48D7-B3AB-13576806ABE4}" type="parTrans" cxnId="{91FBBB36-30BC-476F-A72E-0989DD5E01B6}">
      <dgm:prSet/>
      <dgm:spPr/>
      <dgm:t>
        <a:bodyPr/>
        <a:lstStyle/>
        <a:p>
          <a:endParaRPr lang="fr-CM" sz="2000"/>
        </a:p>
      </dgm:t>
    </dgm:pt>
    <dgm:pt modelId="{35999B3E-FBBF-4DAE-A98B-4115C71AA2BE}" type="sibTrans" cxnId="{91FBBB36-30BC-476F-A72E-0989DD5E01B6}">
      <dgm:prSet/>
      <dgm:spPr/>
      <dgm:t>
        <a:bodyPr/>
        <a:lstStyle/>
        <a:p>
          <a:endParaRPr lang="fr-CM" sz="2000"/>
        </a:p>
      </dgm:t>
    </dgm:pt>
    <dgm:pt modelId="{5BD3FFE6-1884-44A8-9491-CEE2E410A435}">
      <dgm:prSet phldrT="[Texte]" custT="1"/>
      <dgm:spPr/>
      <dgm:t>
        <a:bodyPr/>
        <a:lstStyle/>
        <a:p>
          <a:r>
            <a:rPr lang="fr-CM" sz="700"/>
            <a:t>OS3</a:t>
          </a:r>
        </a:p>
      </dgm:t>
    </dgm:pt>
    <dgm:pt modelId="{F026DFCC-0F77-4389-AF1F-CC13533BA518}" type="parTrans" cxnId="{B4BCF60E-AC83-4EB8-A383-49FD5E22D2C2}">
      <dgm:prSet/>
      <dgm:spPr/>
      <dgm:t>
        <a:bodyPr/>
        <a:lstStyle/>
        <a:p>
          <a:endParaRPr lang="fr-CM" sz="2000"/>
        </a:p>
      </dgm:t>
    </dgm:pt>
    <dgm:pt modelId="{8256AD5F-5CD8-4BA3-860B-783BBF4548BC}" type="sibTrans" cxnId="{B4BCF60E-AC83-4EB8-A383-49FD5E22D2C2}">
      <dgm:prSet/>
      <dgm:spPr/>
      <dgm:t>
        <a:bodyPr/>
        <a:lstStyle/>
        <a:p>
          <a:endParaRPr lang="fr-CM" sz="2000"/>
        </a:p>
      </dgm:t>
    </dgm:pt>
    <dgm:pt modelId="{EF6572FA-C01C-4569-8966-034D2DE340A0}">
      <dgm:prSet phldrT="[Texte]" custT="1"/>
      <dgm:spPr/>
      <dgm:t>
        <a:bodyPr/>
        <a:lstStyle/>
        <a:p>
          <a:r>
            <a:rPr lang="fr-CM" sz="700"/>
            <a:t>Activités</a:t>
          </a:r>
        </a:p>
      </dgm:t>
    </dgm:pt>
    <dgm:pt modelId="{B1310040-6B50-4AC4-826D-50DC2F98DBCC}" type="parTrans" cxnId="{D6B240CB-6E56-4E85-8250-98EC7A559425}">
      <dgm:prSet/>
      <dgm:spPr/>
      <dgm:t>
        <a:bodyPr/>
        <a:lstStyle/>
        <a:p>
          <a:endParaRPr lang="fr-CM" sz="2000"/>
        </a:p>
      </dgm:t>
    </dgm:pt>
    <dgm:pt modelId="{8842FB8D-5EE5-4A7C-B19A-742F967B7786}" type="sibTrans" cxnId="{D6B240CB-6E56-4E85-8250-98EC7A559425}">
      <dgm:prSet/>
      <dgm:spPr/>
      <dgm:t>
        <a:bodyPr/>
        <a:lstStyle/>
        <a:p>
          <a:endParaRPr lang="fr-CM" sz="2000"/>
        </a:p>
      </dgm:t>
    </dgm:pt>
    <dgm:pt modelId="{C7559D5A-2D2F-498A-8071-F182B7826385}">
      <dgm:prSet phldrT="[Texte]" custT="1"/>
      <dgm:spPr/>
      <dgm:t>
        <a:bodyPr/>
        <a:lstStyle/>
        <a:p>
          <a:r>
            <a:rPr lang="fr-CM" sz="700"/>
            <a:t>Activités</a:t>
          </a:r>
        </a:p>
      </dgm:t>
    </dgm:pt>
    <dgm:pt modelId="{3BD272F5-4D1E-4348-ACEC-84E9CD8CBCF4}" type="parTrans" cxnId="{2295D2D9-B54D-4A88-BEEF-82BB240A3B5C}">
      <dgm:prSet/>
      <dgm:spPr/>
      <dgm:t>
        <a:bodyPr/>
        <a:lstStyle/>
        <a:p>
          <a:endParaRPr lang="fr-CM" sz="2000"/>
        </a:p>
      </dgm:t>
    </dgm:pt>
    <dgm:pt modelId="{58607C42-A93F-4AA0-BCF1-D48C11F75517}" type="sibTrans" cxnId="{2295D2D9-B54D-4A88-BEEF-82BB240A3B5C}">
      <dgm:prSet/>
      <dgm:spPr/>
      <dgm:t>
        <a:bodyPr/>
        <a:lstStyle/>
        <a:p>
          <a:endParaRPr lang="fr-CM" sz="2000"/>
        </a:p>
      </dgm:t>
    </dgm:pt>
    <dgm:pt modelId="{C0A60AE9-1B87-4873-848B-9E5FD0EC9C6E}">
      <dgm:prSet phldrT="[Texte]" custT="1"/>
      <dgm:spPr/>
      <dgm:t>
        <a:bodyPr/>
        <a:lstStyle/>
        <a:p>
          <a:r>
            <a:rPr lang="fr-CM" sz="700"/>
            <a:t>Résultats 1</a:t>
          </a:r>
        </a:p>
      </dgm:t>
    </dgm:pt>
    <dgm:pt modelId="{B5A42899-D766-42A4-8837-238C1F031541}" type="parTrans" cxnId="{F49CF6FE-9174-4816-8429-3D5488E4F060}">
      <dgm:prSet/>
      <dgm:spPr/>
      <dgm:t>
        <a:bodyPr/>
        <a:lstStyle/>
        <a:p>
          <a:endParaRPr lang="fr-CM" sz="2000"/>
        </a:p>
      </dgm:t>
    </dgm:pt>
    <dgm:pt modelId="{C49D2FBF-B492-4D96-A441-B0A950885BB7}" type="sibTrans" cxnId="{F49CF6FE-9174-4816-8429-3D5488E4F060}">
      <dgm:prSet/>
      <dgm:spPr/>
      <dgm:t>
        <a:bodyPr/>
        <a:lstStyle/>
        <a:p>
          <a:endParaRPr lang="fr-CM" sz="2000"/>
        </a:p>
      </dgm:t>
    </dgm:pt>
    <dgm:pt modelId="{50E8E309-28D9-4FA2-A22A-ADE80C361D37}">
      <dgm:prSet phldrT="[Texte]" custT="1"/>
      <dgm:spPr/>
      <dgm:t>
        <a:bodyPr/>
        <a:lstStyle/>
        <a:p>
          <a:r>
            <a:rPr lang="fr-CM" sz="700"/>
            <a:t>Résultats 2</a:t>
          </a:r>
        </a:p>
      </dgm:t>
    </dgm:pt>
    <dgm:pt modelId="{E5E9162D-AE21-42A2-8401-F5CAD82B247C}" type="parTrans" cxnId="{D3B8CCE1-7C4B-4C3A-864D-F05095AFBB5F}">
      <dgm:prSet/>
      <dgm:spPr/>
      <dgm:t>
        <a:bodyPr/>
        <a:lstStyle/>
        <a:p>
          <a:endParaRPr lang="fr-CM" sz="2000"/>
        </a:p>
      </dgm:t>
    </dgm:pt>
    <dgm:pt modelId="{D218F714-CD4E-449E-BE20-8F9B3AABBAEE}" type="sibTrans" cxnId="{D3B8CCE1-7C4B-4C3A-864D-F05095AFBB5F}">
      <dgm:prSet/>
      <dgm:spPr/>
      <dgm:t>
        <a:bodyPr/>
        <a:lstStyle/>
        <a:p>
          <a:endParaRPr lang="fr-CM" sz="2000"/>
        </a:p>
      </dgm:t>
    </dgm:pt>
    <dgm:pt modelId="{E49605EE-C2DA-46C8-B971-71CDD03979B2}">
      <dgm:prSet phldrT="[Texte]" custT="1"/>
      <dgm:spPr/>
      <dgm:t>
        <a:bodyPr/>
        <a:lstStyle/>
        <a:p>
          <a:r>
            <a:rPr lang="fr-CM" sz="700"/>
            <a:t>Résultats 3</a:t>
          </a:r>
        </a:p>
      </dgm:t>
    </dgm:pt>
    <dgm:pt modelId="{E146A346-0D69-4777-B6BC-C0346ACE52D9}" type="parTrans" cxnId="{20422CCA-51F8-4E06-8B9A-2F8215CDD1CA}">
      <dgm:prSet/>
      <dgm:spPr/>
      <dgm:t>
        <a:bodyPr/>
        <a:lstStyle/>
        <a:p>
          <a:endParaRPr lang="fr-CM" sz="2000"/>
        </a:p>
      </dgm:t>
    </dgm:pt>
    <dgm:pt modelId="{701837D1-86E2-42CF-B7D8-DEFEB58853CA}" type="sibTrans" cxnId="{20422CCA-51F8-4E06-8B9A-2F8215CDD1CA}">
      <dgm:prSet/>
      <dgm:spPr/>
      <dgm:t>
        <a:bodyPr/>
        <a:lstStyle/>
        <a:p>
          <a:endParaRPr lang="fr-CM" sz="2000"/>
        </a:p>
      </dgm:t>
    </dgm:pt>
    <dgm:pt modelId="{D5D26BA4-ED2F-468A-AB1C-0AAF956002CF}">
      <dgm:prSet phldrT="[Texte]" custT="1"/>
      <dgm:spPr/>
      <dgm:t>
        <a:bodyPr/>
        <a:lstStyle/>
        <a:p>
          <a:r>
            <a:rPr lang="fr-CM" sz="700"/>
            <a:t>Tâches</a:t>
          </a:r>
        </a:p>
      </dgm:t>
    </dgm:pt>
    <dgm:pt modelId="{7D3E2B60-2FE2-4321-AB07-214D3E2438A8}" type="parTrans" cxnId="{959A3B56-34D4-46E5-80CF-8B6DA8644BA1}">
      <dgm:prSet/>
      <dgm:spPr/>
      <dgm:t>
        <a:bodyPr/>
        <a:lstStyle/>
        <a:p>
          <a:endParaRPr lang="fr-CM" sz="2000"/>
        </a:p>
      </dgm:t>
    </dgm:pt>
    <dgm:pt modelId="{A8B2EF82-5F2D-4E05-8A4E-437637254914}" type="sibTrans" cxnId="{959A3B56-34D4-46E5-80CF-8B6DA8644BA1}">
      <dgm:prSet/>
      <dgm:spPr/>
      <dgm:t>
        <a:bodyPr/>
        <a:lstStyle/>
        <a:p>
          <a:endParaRPr lang="fr-CM" sz="2000"/>
        </a:p>
      </dgm:t>
    </dgm:pt>
    <dgm:pt modelId="{128D948F-76FC-4CCA-9190-190197FE5887}">
      <dgm:prSet phldrT="[Texte]" custT="1"/>
      <dgm:spPr/>
      <dgm:t>
        <a:bodyPr/>
        <a:lstStyle/>
        <a:p>
          <a:r>
            <a:rPr lang="fr-CM" sz="700"/>
            <a:t>Tâches</a:t>
          </a:r>
        </a:p>
      </dgm:t>
    </dgm:pt>
    <dgm:pt modelId="{F1319F27-65E8-4FA5-A0BF-75DABA5149EB}" type="parTrans" cxnId="{E93A28F7-B29E-4733-A512-647EB51E8DE2}">
      <dgm:prSet/>
      <dgm:spPr/>
      <dgm:t>
        <a:bodyPr/>
        <a:lstStyle/>
        <a:p>
          <a:endParaRPr lang="fr-CM" sz="2000"/>
        </a:p>
      </dgm:t>
    </dgm:pt>
    <dgm:pt modelId="{7E54D80D-84AF-4A7F-9047-AF89B9FB524C}" type="sibTrans" cxnId="{E93A28F7-B29E-4733-A512-647EB51E8DE2}">
      <dgm:prSet/>
      <dgm:spPr/>
      <dgm:t>
        <a:bodyPr/>
        <a:lstStyle/>
        <a:p>
          <a:endParaRPr lang="fr-CM" sz="2000"/>
        </a:p>
      </dgm:t>
    </dgm:pt>
    <dgm:pt modelId="{8C2EEF29-911E-4984-8516-FF3F777FCDC1}">
      <dgm:prSet phldrT="[Texte]" custT="1"/>
      <dgm:spPr/>
      <dgm:t>
        <a:bodyPr/>
        <a:lstStyle/>
        <a:p>
          <a:r>
            <a:rPr lang="fr-CM" sz="700"/>
            <a:t>Tâches</a:t>
          </a:r>
        </a:p>
      </dgm:t>
    </dgm:pt>
    <dgm:pt modelId="{9984A9D3-8893-44B7-943F-75F6D66BD910}" type="parTrans" cxnId="{25BCBCB7-F384-431C-B997-189CE9A126D2}">
      <dgm:prSet/>
      <dgm:spPr/>
      <dgm:t>
        <a:bodyPr/>
        <a:lstStyle/>
        <a:p>
          <a:endParaRPr lang="fr-CM" sz="2000"/>
        </a:p>
      </dgm:t>
    </dgm:pt>
    <dgm:pt modelId="{A1ABD699-D122-48D9-9797-96FE061BEF01}" type="sibTrans" cxnId="{25BCBCB7-F384-431C-B997-189CE9A126D2}">
      <dgm:prSet/>
      <dgm:spPr/>
      <dgm:t>
        <a:bodyPr/>
        <a:lstStyle/>
        <a:p>
          <a:endParaRPr lang="fr-CM" sz="2000"/>
        </a:p>
      </dgm:t>
    </dgm:pt>
    <dgm:pt modelId="{5F916158-68A2-46DF-A38C-C02772A55F95}">
      <dgm:prSet phldrT="[Texte]" custT="1"/>
      <dgm:spPr/>
      <dgm:t>
        <a:bodyPr/>
        <a:lstStyle/>
        <a:p>
          <a:r>
            <a:rPr lang="fr-CM" sz="700" dirty="0"/>
            <a:t>Résultats</a:t>
          </a:r>
        </a:p>
      </dgm:t>
    </dgm:pt>
    <dgm:pt modelId="{E58EA4E7-1FAC-4ECD-A47B-1A81591C50B4}" type="sibTrans" cxnId="{F35A2CBF-A667-4D29-84EC-76C3E0B8D436}">
      <dgm:prSet/>
      <dgm:spPr/>
      <dgm:t>
        <a:bodyPr/>
        <a:lstStyle/>
        <a:p>
          <a:endParaRPr lang="fr-CM" sz="2000"/>
        </a:p>
      </dgm:t>
    </dgm:pt>
    <dgm:pt modelId="{BD7BA269-1C7D-4152-8E77-8E9E647CE419}" type="parTrans" cxnId="{F35A2CBF-A667-4D29-84EC-76C3E0B8D436}">
      <dgm:prSet/>
      <dgm:spPr/>
      <dgm:t>
        <a:bodyPr/>
        <a:lstStyle/>
        <a:p>
          <a:endParaRPr lang="fr-CM" sz="2000"/>
        </a:p>
      </dgm:t>
    </dgm:pt>
    <dgm:pt modelId="{D133BA0B-669C-463C-ABDC-84AA52EC77BB}" type="pres">
      <dgm:prSet presAssocID="{65E4ED7C-A6BD-4648-A4DA-9EB982B27D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BFCDA6-5387-4894-B12C-F62D22956CEA}" type="pres">
      <dgm:prSet presAssocID="{BECE037B-892D-4C87-B207-7091793FFE6F}" presName="hierRoot1" presStyleCnt="0"/>
      <dgm:spPr/>
    </dgm:pt>
    <dgm:pt modelId="{2010E468-EE24-42FE-A32F-799177554D6B}" type="pres">
      <dgm:prSet presAssocID="{BECE037B-892D-4C87-B207-7091793FFE6F}" presName="composite" presStyleCnt="0"/>
      <dgm:spPr/>
    </dgm:pt>
    <dgm:pt modelId="{ADFD064F-B926-4257-870C-34D28F006FD0}" type="pres">
      <dgm:prSet presAssocID="{BECE037B-892D-4C87-B207-7091793FFE6F}" presName="background" presStyleLbl="node0" presStyleIdx="0" presStyleCnt="1"/>
      <dgm:spPr/>
    </dgm:pt>
    <dgm:pt modelId="{6260AD9D-3B05-4BF8-BBF0-541A01BCB2D5}" type="pres">
      <dgm:prSet presAssocID="{BECE037B-892D-4C87-B207-7091793FFE6F}" presName="text" presStyleLbl="fgAcc0" presStyleIdx="0" presStyleCnt="1">
        <dgm:presLayoutVars>
          <dgm:chPref val="3"/>
        </dgm:presLayoutVars>
      </dgm:prSet>
      <dgm:spPr/>
    </dgm:pt>
    <dgm:pt modelId="{AC234F98-65CB-40FF-AF1C-A26528E5595D}" type="pres">
      <dgm:prSet presAssocID="{BECE037B-892D-4C87-B207-7091793FFE6F}" presName="hierChild2" presStyleCnt="0"/>
      <dgm:spPr/>
    </dgm:pt>
    <dgm:pt modelId="{12F3B8BB-C3B0-41FD-AC3A-21C8C6F72785}" type="pres">
      <dgm:prSet presAssocID="{F0DFA19F-CFB2-4860-AA85-153B8B374452}" presName="Name10" presStyleLbl="parChTrans1D2" presStyleIdx="0" presStyleCnt="7"/>
      <dgm:spPr/>
    </dgm:pt>
    <dgm:pt modelId="{B273615D-5C51-42A1-8E87-F9F0FB64856C}" type="pres">
      <dgm:prSet presAssocID="{C0B61EB4-C097-4964-8122-3C1FB472CD0B}" presName="hierRoot2" presStyleCnt="0"/>
      <dgm:spPr/>
    </dgm:pt>
    <dgm:pt modelId="{5E68F756-E787-4A75-ACA7-5B467C25303D}" type="pres">
      <dgm:prSet presAssocID="{C0B61EB4-C097-4964-8122-3C1FB472CD0B}" presName="composite2" presStyleCnt="0"/>
      <dgm:spPr/>
    </dgm:pt>
    <dgm:pt modelId="{0FB7DBDE-D7E2-48E5-9587-0E2085A10625}" type="pres">
      <dgm:prSet presAssocID="{C0B61EB4-C097-4964-8122-3C1FB472CD0B}" presName="background2" presStyleLbl="node2" presStyleIdx="0" presStyleCnt="7"/>
      <dgm:spPr/>
    </dgm:pt>
    <dgm:pt modelId="{F07C16B1-CEE5-4CCA-B2F6-AEA2C277B012}" type="pres">
      <dgm:prSet presAssocID="{C0B61EB4-C097-4964-8122-3C1FB472CD0B}" presName="text2" presStyleLbl="fgAcc2" presStyleIdx="0" presStyleCnt="7">
        <dgm:presLayoutVars>
          <dgm:chPref val="3"/>
        </dgm:presLayoutVars>
      </dgm:prSet>
      <dgm:spPr/>
    </dgm:pt>
    <dgm:pt modelId="{00D2C2ED-9009-4C10-83F8-8684FAFBD012}" type="pres">
      <dgm:prSet presAssocID="{C0B61EB4-C097-4964-8122-3C1FB472CD0B}" presName="hierChild3" presStyleCnt="0"/>
      <dgm:spPr/>
    </dgm:pt>
    <dgm:pt modelId="{1846C14A-DDE6-4663-BA56-DB7D9ABAE416}" type="pres">
      <dgm:prSet presAssocID="{1BEFC1B7-5B35-4DD8-AB41-C42D4FCCCE2A}" presName="Name17" presStyleLbl="parChTrans1D3" presStyleIdx="0" presStyleCnt="21"/>
      <dgm:spPr/>
    </dgm:pt>
    <dgm:pt modelId="{64167A05-28F4-4F63-A89B-D346C6575404}" type="pres">
      <dgm:prSet presAssocID="{6F3114C4-223C-4541-83F9-9A1C85FC5650}" presName="hierRoot3" presStyleCnt="0"/>
      <dgm:spPr/>
    </dgm:pt>
    <dgm:pt modelId="{09108894-C2A3-485B-8BEE-83E253D4CF86}" type="pres">
      <dgm:prSet presAssocID="{6F3114C4-223C-4541-83F9-9A1C85FC5650}" presName="composite3" presStyleCnt="0"/>
      <dgm:spPr/>
    </dgm:pt>
    <dgm:pt modelId="{926F7447-2778-4FC4-A27E-49EC073EF3B1}" type="pres">
      <dgm:prSet presAssocID="{6F3114C4-223C-4541-83F9-9A1C85FC5650}" presName="background3" presStyleLbl="node3" presStyleIdx="0" presStyleCnt="21"/>
      <dgm:spPr/>
    </dgm:pt>
    <dgm:pt modelId="{BF7B2B11-ABAC-46A3-AA8B-A4BF52B09B56}" type="pres">
      <dgm:prSet presAssocID="{6F3114C4-223C-4541-83F9-9A1C85FC5650}" presName="text3" presStyleLbl="fgAcc3" presStyleIdx="0" presStyleCnt="21">
        <dgm:presLayoutVars>
          <dgm:chPref val="3"/>
        </dgm:presLayoutVars>
      </dgm:prSet>
      <dgm:spPr/>
    </dgm:pt>
    <dgm:pt modelId="{30EC231B-D8A2-451F-9544-B7FB078EE7D5}" type="pres">
      <dgm:prSet presAssocID="{6F3114C4-223C-4541-83F9-9A1C85FC5650}" presName="hierChild4" presStyleCnt="0"/>
      <dgm:spPr/>
    </dgm:pt>
    <dgm:pt modelId="{431A5842-2CE7-43BF-9B76-A65703FBD1B3}" type="pres">
      <dgm:prSet presAssocID="{812E94A8-4BCD-4174-9999-D7BBFD6698D1}" presName="Name23" presStyleLbl="parChTrans1D4" presStyleIdx="0" presStyleCnt="16"/>
      <dgm:spPr/>
    </dgm:pt>
    <dgm:pt modelId="{DC01F4A2-D71E-4651-AB32-818CA2E717F3}" type="pres">
      <dgm:prSet presAssocID="{D7869BB8-A18B-4F51-941E-EA2281AC8627}" presName="hierRoot4" presStyleCnt="0"/>
      <dgm:spPr/>
    </dgm:pt>
    <dgm:pt modelId="{BE445725-E189-4BCD-9F13-C54A6ADC50DC}" type="pres">
      <dgm:prSet presAssocID="{D7869BB8-A18B-4F51-941E-EA2281AC8627}" presName="composite4" presStyleCnt="0"/>
      <dgm:spPr/>
    </dgm:pt>
    <dgm:pt modelId="{BF5FBDF9-EC89-428E-A92D-5E0184640F83}" type="pres">
      <dgm:prSet presAssocID="{D7869BB8-A18B-4F51-941E-EA2281AC8627}" presName="background4" presStyleLbl="node4" presStyleIdx="0" presStyleCnt="16"/>
      <dgm:spPr/>
    </dgm:pt>
    <dgm:pt modelId="{29DA1C64-45B4-4B42-9FA2-5560A5E3AF3F}" type="pres">
      <dgm:prSet presAssocID="{D7869BB8-A18B-4F51-941E-EA2281AC8627}" presName="text4" presStyleLbl="fgAcc4" presStyleIdx="0" presStyleCnt="16">
        <dgm:presLayoutVars>
          <dgm:chPref val="3"/>
        </dgm:presLayoutVars>
      </dgm:prSet>
      <dgm:spPr/>
    </dgm:pt>
    <dgm:pt modelId="{7C8AE781-9127-4269-AAEA-794BA8975C47}" type="pres">
      <dgm:prSet presAssocID="{D7869BB8-A18B-4F51-941E-EA2281AC8627}" presName="hierChild5" presStyleCnt="0"/>
      <dgm:spPr/>
    </dgm:pt>
    <dgm:pt modelId="{EA9430AF-383B-4F7A-AFFC-EC751FF92468}" type="pres">
      <dgm:prSet presAssocID="{B5A42899-D766-42A4-8837-238C1F031541}" presName="Name23" presStyleLbl="parChTrans1D4" presStyleIdx="1" presStyleCnt="16"/>
      <dgm:spPr/>
    </dgm:pt>
    <dgm:pt modelId="{50438801-AD9C-4CF4-A300-CADD4244B396}" type="pres">
      <dgm:prSet presAssocID="{C0A60AE9-1B87-4873-848B-9E5FD0EC9C6E}" presName="hierRoot4" presStyleCnt="0"/>
      <dgm:spPr/>
    </dgm:pt>
    <dgm:pt modelId="{0BE371DC-ADB4-4AC3-8CE5-7E5D94CA1483}" type="pres">
      <dgm:prSet presAssocID="{C0A60AE9-1B87-4873-848B-9E5FD0EC9C6E}" presName="composite4" presStyleCnt="0"/>
      <dgm:spPr/>
    </dgm:pt>
    <dgm:pt modelId="{3A45450A-4DB8-4701-8069-1C8DBBA532C6}" type="pres">
      <dgm:prSet presAssocID="{C0A60AE9-1B87-4873-848B-9E5FD0EC9C6E}" presName="background4" presStyleLbl="node4" presStyleIdx="1" presStyleCnt="16"/>
      <dgm:spPr/>
    </dgm:pt>
    <dgm:pt modelId="{4FD5B315-B4C1-4AC5-937C-2AED0213F478}" type="pres">
      <dgm:prSet presAssocID="{C0A60AE9-1B87-4873-848B-9E5FD0EC9C6E}" presName="text4" presStyleLbl="fgAcc4" presStyleIdx="1" presStyleCnt="16">
        <dgm:presLayoutVars>
          <dgm:chPref val="3"/>
        </dgm:presLayoutVars>
      </dgm:prSet>
      <dgm:spPr/>
    </dgm:pt>
    <dgm:pt modelId="{761137C3-EE5F-4594-96AD-0AB746834CD1}" type="pres">
      <dgm:prSet presAssocID="{C0A60AE9-1B87-4873-848B-9E5FD0EC9C6E}" presName="hierChild5" presStyleCnt="0"/>
      <dgm:spPr/>
    </dgm:pt>
    <dgm:pt modelId="{9CF6D31D-8584-4FE5-98C9-621F51DFC092}" type="pres">
      <dgm:prSet presAssocID="{CDA4E613-772D-499D-8F1E-FF7D30FD3558}" presName="Name23" presStyleLbl="parChTrans1D4" presStyleIdx="2" presStyleCnt="16"/>
      <dgm:spPr/>
    </dgm:pt>
    <dgm:pt modelId="{AACB5B8F-FA87-4BCD-B5B0-63C4D5CC3A29}" type="pres">
      <dgm:prSet presAssocID="{FFC90C50-2CAF-4ED4-A06F-849A0AC224B2}" presName="hierRoot4" presStyleCnt="0"/>
      <dgm:spPr/>
    </dgm:pt>
    <dgm:pt modelId="{B6924164-A5DA-4CCC-879D-C69EB75F41B0}" type="pres">
      <dgm:prSet presAssocID="{FFC90C50-2CAF-4ED4-A06F-849A0AC224B2}" presName="composite4" presStyleCnt="0"/>
      <dgm:spPr/>
    </dgm:pt>
    <dgm:pt modelId="{0AD4CA36-6A75-4BDA-8166-B9884141CC52}" type="pres">
      <dgm:prSet presAssocID="{FFC90C50-2CAF-4ED4-A06F-849A0AC224B2}" presName="background4" presStyleLbl="node4" presStyleIdx="2" presStyleCnt="16"/>
      <dgm:spPr/>
    </dgm:pt>
    <dgm:pt modelId="{B9E8C46E-6970-4EFC-A41E-C5393E5716E2}" type="pres">
      <dgm:prSet presAssocID="{FFC90C50-2CAF-4ED4-A06F-849A0AC224B2}" presName="text4" presStyleLbl="fgAcc4" presStyleIdx="2" presStyleCnt="16">
        <dgm:presLayoutVars>
          <dgm:chPref val="3"/>
        </dgm:presLayoutVars>
      </dgm:prSet>
      <dgm:spPr/>
    </dgm:pt>
    <dgm:pt modelId="{F7EF48CC-CA3A-4D78-B748-8356B39E8D70}" type="pres">
      <dgm:prSet presAssocID="{FFC90C50-2CAF-4ED4-A06F-849A0AC224B2}" presName="hierChild5" presStyleCnt="0"/>
      <dgm:spPr/>
    </dgm:pt>
    <dgm:pt modelId="{9568603C-2415-4824-9973-38203150F8F9}" type="pres">
      <dgm:prSet presAssocID="{7D3E2B60-2FE2-4321-AB07-214D3E2438A8}" presName="Name23" presStyleLbl="parChTrans1D4" presStyleIdx="3" presStyleCnt="16"/>
      <dgm:spPr/>
    </dgm:pt>
    <dgm:pt modelId="{E69CF5A4-387F-4C7E-A949-DA8453AE4C9B}" type="pres">
      <dgm:prSet presAssocID="{D5D26BA4-ED2F-468A-AB1C-0AAF956002CF}" presName="hierRoot4" presStyleCnt="0"/>
      <dgm:spPr/>
    </dgm:pt>
    <dgm:pt modelId="{262C613D-DCAB-44FA-839E-01D52CD58C6C}" type="pres">
      <dgm:prSet presAssocID="{D5D26BA4-ED2F-468A-AB1C-0AAF956002CF}" presName="composite4" presStyleCnt="0"/>
      <dgm:spPr/>
    </dgm:pt>
    <dgm:pt modelId="{28DEA19C-9812-4B18-A3ED-5D55A196B7E3}" type="pres">
      <dgm:prSet presAssocID="{D5D26BA4-ED2F-468A-AB1C-0AAF956002CF}" presName="background4" presStyleLbl="node4" presStyleIdx="3" presStyleCnt="16"/>
      <dgm:spPr/>
    </dgm:pt>
    <dgm:pt modelId="{B7780387-5B2B-45EE-BAFF-462357C41E63}" type="pres">
      <dgm:prSet presAssocID="{D5D26BA4-ED2F-468A-AB1C-0AAF956002CF}" presName="text4" presStyleLbl="fgAcc4" presStyleIdx="3" presStyleCnt="16">
        <dgm:presLayoutVars>
          <dgm:chPref val="3"/>
        </dgm:presLayoutVars>
      </dgm:prSet>
      <dgm:spPr/>
    </dgm:pt>
    <dgm:pt modelId="{8F5091A6-A1F5-4C2D-89AB-9D61B2C25EB3}" type="pres">
      <dgm:prSet presAssocID="{D5D26BA4-ED2F-468A-AB1C-0AAF956002CF}" presName="hierChild5" presStyleCnt="0"/>
      <dgm:spPr/>
    </dgm:pt>
    <dgm:pt modelId="{886A1C71-7B3E-4764-BD2F-95080222C0FA}" type="pres">
      <dgm:prSet presAssocID="{D185D1CD-13EA-48D7-B3AB-13576806ABE4}" presName="Name23" presStyleLbl="parChTrans1D4" presStyleIdx="4" presStyleCnt="16"/>
      <dgm:spPr/>
    </dgm:pt>
    <dgm:pt modelId="{1B5ED188-D8F6-46B1-9FA4-19646EAEB85D}" type="pres">
      <dgm:prSet presAssocID="{888ECFA9-1FD3-464D-9EEA-CFA5D99698B1}" presName="hierRoot4" presStyleCnt="0"/>
      <dgm:spPr/>
    </dgm:pt>
    <dgm:pt modelId="{AD111602-8142-4085-AD27-8FEF708F075D}" type="pres">
      <dgm:prSet presAssocID="{888ECFA9-1FD3-464D-9EEA-CFA5D99698B1}" presName="composite4" presStyleCnt="0"/>
      <dgm:spPr/>
    </dgm:pt>
    <dgm:pt modelId="{8A896E52-C2C4-4B15-A56C-9319C7ED405C}" type="pres">
      <dgm:prSet presAssocID="{888ECFA9-1FD3-464D-9EEA-CFA5D99698B1}" presName="background4" presStyleLbl="node4" presStyleIdx="4" presStyleCnt="16"/>
      <dgm:spPr/>
    </dgm:pt>
    <dgm:pt modelId="{B5C9EAA0-346F-4664-8696-506DB85C5295}" type="pres">
      <dgm:prSet presAssocID="{888ECFA9-1FD3-464D-9EEA-CFA5D99698B1}" presName="text4" presStyleLbl="fgAcc4" presStyleIdx="4" presStyleCnt="16">
        <dgm:presLayoutVars>
          <dgm:chPref val="3"/>
        </dgm:presLayoutVars>
      </dgm:prSet>
      <dgm:spPr/>
    </dgm:pt>
    <dgm:pt modelId="{BF8A72F2-CD2B-418B-882F-E979B8FD717C}" type="pres">
      <dgm:prSet presAssocID="{888ECFA9-1FD3-464D-9EEA-CFA5D99698B1}" presName="hierChild5" presStyleCnt="0"/>
      <dgm:spPr/>
    </dgm:pt>
    <dgm:pt modelId="{29640217-2894-4F3C-9C53-C178A6DD1FED}" type="pres">
      <dgm:prSet presAssocID="{E5E9162D-AE21-42A2-8401-F5CAD82B247C}" presName="Name23" presStyleLbl="parChTrans1D4" presStyleIdx="5" presStyleCnt="16"/>
      <dgm:spPr/>
    </dgm:pt>
    <dgm:pt modelId="{5668D3F0-FDA2-462B-9373-30F665718138}" type="pres">
      <dgm:prSet presAssocID="{50E8E309-28D9-4FA2-A22A-ADE80C361D37}" presName="hierRoot4" presStyleCnt="0"/>
      <dgm:spPr/>
    </dgm:pt>
    <dgm:pt modelId="{7EAA39CB-9294-4B48-8267-DCA4B8AB58E1}" type="pres">
      <dgm:prSet presAssocID="{50E8E309-28D9-4FA2-A22A-ADE80C361D37}" presName="composite4" presStyleCnt="0"/>
      <dgm:spPr/>
    </dgm:pt>
    <dgm:pt modelId="{A722E160-40F4-4CD2-99E1-BD5B9ED759F1}" type="pres">
      <dgm:prSet presAssocID="{50E8E309-28D9-4FA2-A22A-ADE80C361D37}" presName="background4" presStyleLbl="node4" presStyleIdx="5" presStyleCnt="16"/>
      <dgm:spPr/>
    </dgm:pt>
    <dgm:pt modelId="{79EB5E4A-A20A-4A78-A0AC-89F4FC82407B}" type="pres">
      <dgm:prSet presAssocID="{50E8E309-28D9-4FA2-A22A-ADE80C361D37}" presName="text4" presStyleLbl="fgAcc4" presStyleIdx="5" presStyleCnt="16">
        <dgm:presLayoutVars>
          <dgm:chPref val="3"/>
        </dgm:presLayoutVars>
      </dgm:prSet>
      <dgm:spPr/>
    </dgm:pt>
    <dgm:pt modelId="{30FA1B67-A3A1-4224-9AE1-DD78F20CCB79}" type="pres">
      <dgm:prSet presAssocID="{50E8E309-28D9-4FA2-A22A-ADE80C361D37}" presName="hierChild5" presStyleCnt="0"/>
      <dgm:spPr/>
    </dgm:pt>
    <dgm:pt modelId="{01544279-939A-4DB4-A107-0F404C116819}" type="pres">
      <dgm:prSet presAssocID="{B1310040-6B50-4AC4-826D-50DC2F98DBCC}" presName="Name23" presStyleLbl="parChTrans1D4" presStyleIdx="6" presStyleCnt="16"/>
      <dgm:spPr/>
    </dgm:pt>
    <dgm:pt modelId="{910AF822-1BE4-41C3-8B3F-74F4B37E7673}" type="pres">
      <dgm:prSet presAssocID="{EF6572FA-C01C-4569-8966-034D2DE340A0}" presName="hierRoot4" presStyleCnt="0"/>
      <dgm:spPr/>
    </dgm:pt>
    <dgm:pt modelId="{FCC40A22-B829-4299-810B-02976A925501}" type="pres">
      <dgm:prSet presAssocID="{EF6572FA-C01C-4569-8966-034D2DE340A0}" presName="composite4" presStyleCnt="0"/>
      <dgm:spPr/>
    </dgm:pt>
    <dgm:pt modelId="{E03B13FE-BDCE-4A5B-989B-02FBFBF59402}" type="pres">
      <dgm:prSet presAssocID="{EF6572FA-C01C-4569-8966-034D2DE340A0}" presName="background4" presStyleLbl="node4" presStyleIdx="6" presStyleCnt="16"/>
      <dgm:spPr/>
    </dgm:pt>
    <dgm:pt modelId="{C765607C-A6D5-4B4B-A430-752CAC747023}" type="pres">
      <dgm:prSet presAssocID="{EF6572FA-C01C-4569-8966-034D2DE340A0}" presName="text4" presStyleLbl="fgAcc4" presStyleIdx="6" presStyleCnt="16">
        <dgm:presLayoutVars>
          <dgm:chPref val="3"/>
        </dgm:presLayoutVars>
      </dgm:prSet>
      <dgm:spPr/>
    </dgm:pt>
    <dgm:pt modelId="{C43A28A5-D763-4C0F-83E4-229696E251E9}" type="pres">
      <dgm:prSet presAssocID="{EF6572FA-C01C-4569-8966-034D2DE340A0}" presName="hierChild5" presStyleCnt="0"/>
      <dgm:spPr/>
    </dgm:pt>
    <dgm:pt modelId="{11170727-22C9-4D14-B7DD-7C42ACB1CD3B}" type="pres">
      <dgm:prSet presAssocID="{F1319F27-65E8-4FA5-A0BF-75DABA5149EB}" presName="Name23" presStyleLbl="parChTrans1D4" presStyleIdx="7" presStyleCnt="16"/>
      <dgm:spPr/>
    </dgm:pt>
    <dgm:pt modelId="{609CD3CF-6884-4D52-AF98-0A7FA10FFC3C}" type="pres">
      <dgm:prSet presAssocID="{128D948F-76FC-4CCA-9190-190197FE5887}" presName="hierRoot4" presStyleCnt="0"/>
      <dgm:spPr/>
    </dgm:pt>
    <dgm:pt modelId="{B6CCC51E-05FD-4A71-8251-0DC25DD61B2E}" type="pres">
      <dgm:prSet presAssocID="{128D948F-76FC-4CCA-9190-190197FE5887}" presName="composite4" presStyleCnt="0"/>
      <dgm:spPr/>
    </dgm:pt>
    <dgm:pt modelId="{8FF0E91D-667A-41C2-992A-CA7D7C17A98C}" type="pres">
      <dgm:prSet presAssocID="{128D948F-76FC-4CCA-9190-190197FE5887}" presName="background4" presStyleLbl="node4" presStyleIdx="7" presStyleCnt="16"/>
      <dgm:spPr/>
    </dgm:pt>
    <dgm:pt modelId="{F7346A43-7AC3-4E5B-B842-48717A4623C7}" type="pres">
      <dgm:prSet presAssocID="{128D948F-76FC-4CCA-9190-190197FE5887}" presName="text4" presStyleLbl="fgAcc4" presStyleIdx="7" presStyleCnt="16">
        <dgm:presLayoutVars>
          <dgm:chPref val="3"/>
        </dgm:presLayoutVars>
      </dgm:prSet>
      <dgm:spPr/>
    </dgm:pt>
    <dgm:pt modelId="{0635F313-1A44-40B1-ACD2-F46A0EBD6EDA}" type="pres">
      <dgm:prSet presAssocID="{128D948F-76FC-4CCA-9190-190197FE5887}" presName="hierChild5" presStyleCnt="0"/>
      <dgm:spPr/>
    </dgm:pt>
    <dgm:pt modelId="{FE9FA45C-8F7F-47B1-AB22-ACA8B25FE537}" type="pres">
      <dgm:prSet presAssocID="{F026DFCC-0F77-4389-AF1F-CC13533BA518}" presName="Name23" presStyleLbl="parChTrans1D4" presStyleIdx="8" presStyleCnt="16"/>
      <dgm:spPr/>
    </dgm:pt>
    <dgm:pt modelId="{1BAEA3BE-0A0E-4C10-A7A3-FDB87940EF41}" type="pres">
      <dgm:prSet presAssocID="{5BD3FFE6-1884-44A8-9491-CEE2E410A435}" presName="hierRoot4" presStyleCnt="0"/>
      <dgm:spPr/>
    </dgm:pt>
    <dgm:pt modelId="{BBE22533-30B2-47B9-8C15-9E9A0475266B}" type="pres">
      <dgm:prSet presAssocID="{5BD3FFE6-1884-44A8-9491-CEE2E410A435}" presName="composite4" presStyleCnt="0"/>
      <dgm:spPr/>
    </dgm:pt>
    <dgm:pt modelId="{267C1D7E-171D-40E4-961B-E0505AA9490F}" type="pres">
      <dgm:prSet presAssocID="{5BD3FFE6-1884-44A8-9491-CEE2E410A435}" presName="background4" presStyleLbl="node4" presStyleIdx="8" presStyleCnt="16"/>
      <dgm:spPr/>
    </dgm:pt>
    <dgm:pt modelId="{67D52FF6-FAD6-48D1-856F-F1196E73CFD1}" type="pres">
      <dgm:prSet presAssocID="{5BD3FFE6-1884-44A8-9491-CEE2E410A435}" presName="text4" presStyleLbl="fgAcc4" presStyleIdx="8" presStyleCnt="16">
        <dgm:presLayoutVars>
          <dgm:chPref val="3"/>
        </dgm:presLayoutVars>
      </dgm:prSet>
      <dgm:spPr/>
    </dgm:pt>
    <dgm:pt modelId="{C91F1AE9-A3EA-4AFE-8878-E2356AD5CBFB}" type="pres">
      <dgm:prSet presAssocID="{5BD3FFE6-1884-44A8-9491-CEE2E410A435}" presName="hierChild5" presStyleCnt="0"/>
      <dgm:spPr/>
    </dgm:pt>
    <dgm:pt modelId="{E8D0D4B3-F244-416E-A430-3284A9EA4FF6}" type="pres">
      <dgm:prSet presAssocID="{E146A346-0D69-4777-B6BC-C0346ACE52D9}" presName="Name23" presStyleLbl="parChTrans1D4" presStyleIdx="9" presStyleCnt="16"/>
      <dgm:spPr/>
    </dgm:pt>
    <dgm:pt modelId="{0D0F5FC5-AA2A-4779-A073-97F119E48024}" type="pres">
      <dgm:prSet presAssocID="{E49605EE-C2DA-46C8-B971-71CDD03979B2}" presName="hierRoot4" presStyleCnt="0"/>
      <dgm:spPr/>
    </dgm:pt>
    <dgm:pt modelId="{75DF4D25-2B5E-46FB-BEB7-DE172A40E006}" type="pres">
      <dgm:prSet presAssocID="{E49605EE-C2DA-46C8-B971-71CDD03979B2}" presName="composite4" presStyleCnt="0"/>
      <dgm:spPr/>
    </dgm:pt>
    <dgm:pt modelId="{8FADEC86-C4F1-4D0B-9F6F-5CDBD5D8FA0B}" type="pres">
      <dgm:prSet presAssocID="{E49605EE-C2DA-46C8-B971-71CDD03979B2}" presName="background4" presStyleLbl="node4" presStyleIdx="9" presStyleCnt="16"/>
      <dgm:spPr/>
    </dgm:pt>
    <dgm:pt modelId="{3EBEACF8-B4F7-4979-A107-4F7BA3F09BE7}" type="pres">
      <dgm:prSet presAssocID="{E49605EE-C2DA-46C8-B971-71CDD03979B2}" presName="text4" presStyleLbl="fgAcc4" presStyleIdx="9" presStyleCnt="16">
        <dgm:presLayoutVars>
          <dgm:chPref val="3"/>
        </dgm:presLayoutVars>
      </dgm:prSet>
      <dgm:spPr/>
    </dgm:pt>
    <dgm:pt modelId="{FB18A747-D0DC-4E60-874C-BF166386F33D}" type="pres">
      <dgm:prSet presAssocID="{E49605EE-C2DA-46C8-B971-71CDD03979B2}" presName="hierChild5" presStyleCnt="0"/>
      <dgm:spPr/>
    </dgm:pt>
    <dgm:pt modelId="{116DE98C-CD2C-4F85-BC20-AB3E36EB6101}" type="pres">
      <dgm:prSet presAssocID="{3BD272F5-4D1E-4348-ACEC-84E9CD8CBCF4}" presName="Name23" presStyleLbl="parChTrans1D4" presStyleIdx="10" presStyleCnt="16"/>
      <dgm:spPr/>
    </dgm:pt>
    <dgm:pt modelId="{D9DAC683-42D2-4547-A1E2-3DA803C2D17B}" type="pres">
      <dgm:prSet presAssocID="{C7559D5A-2D2F-498A-8071-F182B7826385}" presName="hierRoot4" presStyleCnt="0"/>
      <dgm:spPr/>
    </dgm:pt>
    <dgm:pt modelId="{0FFEE7D6-4478-4A70-9D37-6C9F9F496CF2}" type="pres">
      <dgm:prSet presAssocID="{C7559D5A-2D2F-498A-8071-F182B7826385}" presName="composite4" presStyleCnt="0"/>
      <dgm:spPr/>
    </dgm:pt>
    <dgm:pt modelId="{B6B30970-62AD-459B-8953-7CBB7EB2B280}" type="pres">
      <dgm:prSet presAssocID="{C7559D5A-2D2F-498A-8071-F182B7826385}" presName="background4" presStyleLbl="node4" presStyleIdx="10" presStyleCnt="16"/>
      <dgm:spPr/>
    </dgm:pt>
    <dgm:pt modelId="{6DA1A1C6-56AA-4646-867A-F76AA3AB89AD}" type="pres">
      <dgm:prSet presAssocID="{C7559D5A-2D2F-498A-8071-F182B7826385}" presName="text4" presStyleLbl="fgAcc4" presStyleIdx="10" presStyleCnt="16">
        <dgm:presLayoutVars>
          <dgm:chPref val="3"/>
        </dgm:presLayoutVars>
      </dgm:prSet>
      <dgm:spPr/>
    </dgm:pt>
    <dgm:pt modelId="{BF39C8A9-4439-4702-A15C-AB27A25889DB}" type="pres">
      <dgm:prSet presAssocID="{C7559D5A-2D2F-498A-8071-F182B7826385}" presName="hierChild5" presStyleCnt="0"/>
      <dgm:spPr/>
    </dgm:pt>
    <dgm:pt modelId="{0F93AC30-F5E0-40DC-A3E9-2B993CBD00DE}" type="pres">
      <dgm:prSet presAssocID="{9984A9D3-8893-44B7-943F-75F6D66BD910}" presName="Name23" presStyleLbl="parChTrans1D4" presStyleIdx="11" presStyleCnt="16"/>
      <dgm:spPr/>
    </dgm:pt>
    <dgm:pt modelId="{1B7BC2E0-516C-4E3A-995C-8C071974FA80}" type="pres">
      <dgm:prSet presAssocID="{8C2EEF29-911E-4984-8516-FF3F777FCDC1}" presName="hierRoot4" presStyleCnt="0"/>
      <dgm:spPr/>
    </dgm:pt>
    <dgm:pt modelId="{CDD61A91-68AA-4223-9BE4-DB1BE1BFA104}" type="pres">
      <dgm:prSet presAssocID="{8C2EEF29-911E-4984-8516-FF3F777FCDC1}" presName="composite4" presStyleCnt="0"/>
      <dgm:spPr/>
    </dgm:pt>
    <dgm:pt modelId="{09EC589A-4B90-4278-8BB9-8CA8B8E99E76}" type="pres">
      <dgm:prSet presAssocID="{8C2EEF29-911E-4984-8516-FF3F777FCDC1}" presName="background4" presStyleLbl="node4" presStyleIdx="11" presStyleCnt="16"/>
      <dgm:spPr/>
    </dgm:pt>
    <dgm:pt modelId="{79359494-2240-4E07-BF52-39EBFB7DDD1B}" type="pres">
      <dgm:prSet presAssocID="{8C2EEF29-911E-4984-8516-FF3F777FCDC1}" presName="text4" presStyleLbl="fgAcc4" presStyleIdx="11" presStyleCnt="16">
        <dgm:presLayoutVars>
          <dgm:chPref val="3"/>
        </dgm:presLayoutVars>
      </dgm:prSet>
      <dgm:spPr/>
    </dgm:pt>
    <dgm:pt modelId="{B0D2B993-5137-49B3-976D-A1E6921CC455}" type="pres">
      <dgm:prSet presAssocID="{8C2EEF29-911E-4984-8516-FF3F777FCDC1}" presName="hierChild5" presStyleCnt="0"/>
      <dgm:spPr/>
    </dgm:pt>
    <dgm:pt modelId="{5182FBFC-B6ED-4F98-9A47-72F47FBA8476}" type="pres">
      <dgm:prSet presAssocID="{B4A68993-3704-4C88-B033-C7C63DD98D4E}" presName="Name17" presStyleLbl="parChTrans1D3" presStyleIdx="1" presStyleCnt="21"/>
      <dgm:spPr/>
    </dgm:pt>
    <dgm:pt modelId="{BE524FB2-7F31-4868-9010-BBBA9EA1790A}" type="pres">
      <dgm:prSet presAssocID="{EEC48039-0ECC-4C46-B031-FFB15852F265}" presName="hierRoot3" presStyleCnt="0"/>
      <dgm:spPr/>
    </dgm:pt>
    <dgm:pt modelId="{2859831E-02C9-4C6F-B33A-CE054E0B80EB}" type="pres">
      <dgm:prSet presAssocID="{EEC48039-0ECC-4C46-B031-FFB15852F265}" presName="composite3" presStyleCnt="0"/>
      <dgm:spPr/>
    </dgm:pt>
    <dgm:pt modelId="{99C4AE64-AC55-438F-AA21-88FD871E4D92}" type="pres">
      <dgm:prSet presAssocID="{EEC48039-0ECC-4C46-B031-FFB15852F265}" presName="background3" presStyleLbl="node3" presStyleIdx="1" presStyleCnt="21"/>
      <dgm:spPr/>
    </dgm:pt>
    <dgm:pt modelId="{B70D198F-123B-42D8-86E2-06D1A0485F9D}" type="pres">
      <dgm:prSet presAssocID="{EEC48039-0ECC-4C46-B031-FFB15852F265}" presName="text3" presStyleLbl="fgAcc3" presStyleIdx="1" presStyleCnt="21">
        <dgm:presLayoutVars>
          <dgm:chPref val="3"/>
        </dgm:presLayoutVars>
      </dgm:prSet>
      <dgm:spPr/>
    </dgm:pt>
    <dgm:pt modelId="{4CC935D4-54BA-4D67-B77B-54D99A42FEA2}" type="pres">
      <dgm:prSet presAssocID="{EEC48039-0ECC-4C46-B031-FFB15852F265}" presName="hierChild4" presStyleCnt="0"/>
      <dgm:spPr/>
    </dgm:pt>
    <dgm:pt modelId="{9EA3BB90-6C64-44DB-A348-9097F5DB2D7D}" type="pres">
      <dgm:prSet presAssocID="{DE203C6B-9AAF-4844-A090-3AFEE0F30BFA}" presName="Name23" presStyleLbl="parChTrans1D4" presStyleIdx="12" presStyleCnt="16"/>
      <dgm:spPr/>
    </dgm:pt>
    <dgm:pt modelId="{9B7C9AD4-3616-42FC-AF7E-69939A91464F}" type="pres">
      <dgm:prSet presAssocID="{4E70F2CE-E916-4E0F-BE44-19AFCD019626}" presName="hierRoot4" presStyleCnt="0"/>
      <dgm:spPr/>
    </dgm:pt>
    <dgm:pt modelId="{6B586E3D-F055-4E22-9203-A56B8DB1BFFD}" type="pres">
      <dgm:prSet presAssocID="{4E70F2CE-E916-4E0F-BE44-19AFCD019626}" presName="composite4" presStyleCnt="0"/>
      <dgm:spPr/>
    </dgm:pt>
    <dgm:pt modelId="{A156EA28-7ACA-4049-A04C-CA04E2F316CB}" type="pres">
      <dgm:prSet presAssocID="{4E70F2CE-E916-4E0F-BE44-19AFCD019626}" presName="background4" presStyleLbl="node4" presStyleIdx="12" presStyleCnt="16"/>
      <dgm:spPr/>
    </dgm:pt>
    <dgm:pt modelId="{9B1DBB28-BFB7-4F83-B90F-6EAA1FD96BBF}" type="pres">
      <dgm:prSet presAssocID="{4E70F2CE-E916-4E0F-BE44-19AFCD019626}" presName="text4" presStyleLbl="fgAcc4" presStyleIdx="12" presStyleCnt="16">
        <dgm:presLayoutVars>
          <dgm:chPref val="3"/>
        </dgm:presLayoutVars>
      </dgm:prSet>
      <dgm:spPr/>
    </dgm:pt>
    <dgm:pt modelId="{05514E02-1FD1-4D44-B836-8F7BEA65935C}" type="pres">
      <dgm:prSet presAssocID="{4E70F2CE-E916-4E0F-BE44-19AFCD019626}" presName="hierChild5" presStyleCnt="0"/>
      <dgm:spPr/>
    </dgm:pt>
    <dgm:pt modelId="{558E1922-72AF-488B-AA2F-DA82FE24EC06}" type="pres">
      <dgm:prSet presAssocID="{72324101-AEE8-45C3-9786-E1368F4AF639}" presName="Name23" presStyleLbl="parChTrans1D4" presStyleIdx="13" presStyleCnt="16"/>
      <dgm:spPr/>
    </dgm:pt>
    <dgm:pt modelId="{44EFF897-D9DA-4091-B48C-B45011B7E999}" type="pres">
      <dgm:prSet presAssocID="{3DB545B9-8787-4BE4-8F75-4B30BE33D57E}" presName="hierRoot4" presStyleCnt="0"/>
      <dgm:spPr/>
    </dgm:pt>
    <dgm:pt modelId="{536A743E-8B47-4210-B94A-6CB6A32A9C8D}" type="pres">
      <dgm:prSet presAssocID="{3DB545B9-8787-4BE4-8F75-4B30BE33D57E}" presName="composite4" presStyleCnt="0"/>
      <dgm:spPr/>
    </dgm:pt>
    <dgm:pt modelId="{D666721E-1137-4BEB-BB35-88AB056CE4B0}" type="pres">
      <dgm:prSet presAssocID="{3DB545B9-8787-4BE4-8F75-4B30BE33D57E}" presName="background4" presStyleLbl="node4" presStyleIdx="13" presStyleCnt="16"/>
      <dgm:spPr/>
    </dgm:pt>
    <dgm:pt modelId="{40957890-8083-4739-AF56-FB60D8095E7A}" type="pres">
      <dgm:prSet presAssocID="{3DB545B9-8787-4BE4-8F75-4B30BE33D57E}" presName="text4" presStyleLbl="fgAcc4" presStyleIdx="13" presStyleCnt="16">
        <dgm:presLayoutVars>
          <dgm:chPref val="3"/>
        </dgm:presLayoutVars>
      </dgm:prSet>
      <dgm:spPr/>
    </dgm:pt>
    <dgm:pt modelId="{5D1CAF04-54E5-4974-9A83-76E099061A90}" type="pres">
      <dgm:prSet presAssocID="{3DB545B9-8787-4BE4-8F75-4B30BE33D57E}" presName="hierChild5" presStyleCnt="0"/>
      <dgm:spPr/>
    </dgm:pt>
    <dgm:pt modelId="{04BB8A37-734E-4773-A725-4B4A4781E612}" type="pres">
      <dgm:prSet presAssocID="{70156374-66B2-4E27-A6F1-8C34FABF4DB0}" presName="Name17" presStyleLbl="parChTrans1D3" presStyleIdx="2" presStyleCnt="21"/>
      <dgm:spPr/>
    </dgm:pt>
    <dgm:pt modelId="{5AA22093-1B07-43F6-9B66-3EDB3C6ACC75}" type="pres">
      <dgm:prSet presAssocID="{1CF1AB6D-CA63-47F2-9881-2C24CA00F13F}" presName="hierRoot3" presStyleCnt="0"/>
      <dgm:spPr/>
    </dgm:pt>
    <dgm:pt modelId="{8616FFB0-330A-4048-96C5-601EC747055E}" type="pres">
      <dgm:prSet presAssocID="{1CF1AB6D-CA63-47F2-9881-2C24CA00F13F}" presName="composite3" presStyleCnt="0"/>
      <dgm:spPr/>
    </dgm:pt>
    <dgm:pt modelId="{B4724514-2BD8-443E-8C2E-4F9A1C8629B1}" type="pres">
      <dgm:prSet presAssocID="{1CF1AB6D-CA63-47F2-9881-2C24CA00F13F}" presName="background3" presStyleLbl="node3" presStyleIdx="2" presStyleCnt="21"/>
      <dgm:spPr/>
    </dgm:pt>
    <dgm:pt modelId="{BC04B770-4D2C-4D55-8218-8A9EAA31F036}" type="pres">
      <dgm:prSet presAssocID="{1CF1AB6D-CA63-47F2-9881-2C24CA00F13F}" presName="text3" presStyleLbl="fgAcc3" presStyleIdx="2" presStyleCnt="21">
        <dgm:presLayoutVars>
          <dgm:chPref val="3"/>
        </dgm:presLayoutVars>
      </dgm:prSet>
      <dgm:spPr/>
    </dgm:pt>
    <dgm:pt modelId="{3ED8559E-F3FB-4BEE-AA4E-922FCCB58628}" type="pres">
      <dgm:prSet presAssocID="{1CF1AB6D-CA63-47F2-9881-2C24CA00F13F}" presName="hierChild4" presStyleCnt="0"/>
      <dgm:spPr/>
    </dgm:pt>
    <dgm:pt modelId="{2034FF1F-75BD-4099-B7C0-30069BF1726B}" type="pres">
      <dgm:prSet presAssocID="{441A3669-CF78-4CD8-B7BA-84D290FD1E86}" presName="Name23" presStyleLbl="parChTrans1D4" presStyleIdx="14" presStyleCnt="16"/>
      <dgm:spPr/>
    </dgm:pt>
    <dgm:pt modelId="{98CCB634-A09D-4CE6-A6BB-961075FF5F01}" type="pres">
      <dgm:prSet presAssocID="{F9489F5D-8FD8-41EB-B4F7-F64618A3ACF0}" presName="hierRoot4" presStyleCnt="0"/>
      <dgm:spPr/>
    </dgm:pt>
    <dgm:pt modelId="{57EF9001-ABEC-41E1-AD85-37FE85B6ADBE}" type="pres">
      <dgm:prSet presAssocID="{F9489F5D-8FD8-41EB-B4F7-F64618A3ACF0}" presName="composite4" presStyleCnt="0"/>
      <dgm:spPr/>
    </dgm:pt>
    <dgm:pt modelId="{8C409086-571C-4C93-B362-AD05890C9CAB}" type="pres">
      <dgm:prSet presAssocID="{F9489F5D-8FD8-41EB-B4F7-F64618A3ACF0}" presName="background4" presStyleLbl="node4" presStyleIdx="14" presStyleCnt="16"/>
      <dgm:spPr/>
    </dgm:pt>
    <dgm:pt modelId="{2C245AE4-F264-4EE8-AE95-79CC1EB72F47}" type="pres">
      <dgm:prSet presAssocID="{F9489F5D-8FD8-41EB-B4F7-F64618A3ACF0}" presName="text4" presStyleLbl="fgAcc4" presStyleIdx="14" presStyleCnt="16">
        <dgm:presLayoutVars>
          <dgm:chPref val="3"/>
        </dgm:presLayoutVars>
      </dgm:prSet>
      <dgm:spPr/>
    </dgm:pt>
    <dgm:pt modelId="{CB157E5A-F29B-4AD1-878F-44EA7B2CA0A8}" type="pres">
      <dgm:prSet presAssocID="{F9489F5D-8FD8-41EB-B4F7-F64618A3ACF0}" presName="hierChild5" presStyleCnt="0"/>
      <dgm:spPr/>
    </dgm:pt>
    <dgm:pt modelId="{665807DF-8AB4-4C4C-8935-7168484B66E7}" type="pres">
      <dgm:prSet presAssocID="{BD7BA269-1C7D-4152-8E77-8E9E647CE419}" presName="Name23" presStyleLbl="parChTrans1D4" presStyleIdx="15" presStyleCnt="16"/>
      <dgm:spPr/>
    </dgm:pt>
    <dgm:pt modelId="{F0A110C9-5A9A-42C9-884D-DCB197A71903}" type="pres">
      <dgm:prSet presAssocID="{5F916158-68A2-46DF-A38C-C02772A55F95}" presName="hierRoot4" presStyleCnt="0"/>
      <dgm:spPr/>
    </dgm:pt>
    <dgm:pt modelId="{0CFF1A80-4654-4C12-B9EA-AB2989B81716}" type="pres">
      <dgm:prSet presAssocID="{5F916158-68A2-46DF-A38C-C02772A55F95}" presName="composite4" presStyleCnt="0"/>
      <dgm:spPr/>
    </dgm:pt>
    <dgm:pt modelId="{F589A270-E3DD-4462-B1E3-71AC252822BD}" type="pres">
      <dgm:prSet presAssocID="{5F916158-68A2-46DF-A38C-C02772A55F95}" presName="background4" presStyleLbl="node4" presStyleIdx="15" presStyleCnt="16"/>
      <dgm:spPr/>
    </dgm:pt>
    <dgm:pt modelId="{9FCC0FA9-D06B-4CEC-BDF2-E81CC9A3B24D}" type="pres">
      <dgm:prSet presAssocID="{5F916158-68A2-46DF-A38C-C02772A55F95}" presName="text4" presStyleLbl="fgAcc4" presStyleIdx="15" presStyleCnt="16">
        <dgm:presLayoutVars>
          <dgm:chPref val="3"/>
        </dgm:presLayoutVars>
      </dgm:prSet>
      <dgm:spPr/>
    </dgm:pt>
    <dgm:pt modelId="{DE0D5D5A-C7E3-42D4-A9C0-E5C58F24AB0D}" type="pres">
      <dgm:prSet presAssocID="{5F916158-68A2-46DF-A38C-C02772A55F95}" presName="hierChild5" presStyleCnt="0"/>
      <dgm:spPr/>
    </dgm:pt>
    <dgm:pt modelId="{1C2D061F-FBA8-4484-98B6-2E5D25632B0A}" type="pres">
      <dgm:prSet presAssocID="{5D7A9317-EC5C-4E9F-B72F-2A994121BCF5}" presName="Name10" presStyleLbl="parChTrans1D2" presStyleIdx="1" presStyleCnt="7"/>
      <dgm:spPr/>
    </dgm:pt>
    <dgm:pt modelId="{BA9AC072-3F6F-4C6D-BD09-A6A6A4AE3C3E}" type="pres">
      <dgm:prSet presAssocID="{7091FBFF-27F9-49DE-90B6-8E63B06C0B5B}" presName="hierRoot2" presStyleCnt="0"/>
      <dgm:spPr/>
    </dgm:pt>
    <dgm:pt modelId="{83FA409A-8F6D-46E7-8269-788DE5347300}" type="pres">
      <dgm:prSet presAssocID="{7091FBFF-27F9-49DE-90B6-8E63B06C0B5B}" presName="composite2" presStyleCnt="0"/>
      <dgm:spPr/>
    </dgm:pt>
    <dgm:pt modelId="{283D0044-0758-4D7B-A6C6-FFDEC9781DA3}" type="pres">
      <dgm:prSet presAssocID="{7091FBFF-27F9-49DE-90B6-8E63B06C0B5B}" presName="background2" presStyleLbl="node2" presStyleIdx="1" presStyleCnt="7"/>
      <dgm:spPr/>
    </dgm:pt>
    <dgm:pt modelId="{A63ED0B4-36EE-4B4E-8C0B-A1C1E126CE4A}" type="pres">
      <dgm:prSet presAssocID="{7091FBFF-27F9-49DE-90B6-8E63B06C0B5B}" presName="text2" presStyleLbl="fgAcc2" presStyleIdx="1" presStyleCnt="7">
        <dgm:presLayoutVars>
          <dgm:chPref val="3"/>
        </dgm:presLayoutVars>
      </dgm:prSet>
      <dgm:spPr/>
    </dgm:pt>
    <dgm:pt modelId="{4F8BFD62-DF69-40EA-A5BE-C4106241F3D3}" type="pres">
      <dgm:prSet presAssocID="{7091FBFF-27F9-49DE-90B6-8E63B06C0B5B}" presName="hierChild3" presStyleCnt="0"/>
      <dgm:spPr/>
    </dgm:pt>
    <dgm:pt modelId="{D158ED6D-0178-4636-9EB2-7FB300831633}" type="pres">
      <dgm:prSet presAssocID="{2EF8A5C5-59B5-48CA-83C4-D945F605DFB6}" presName="Name17" presStyleLbl="parChTrans1D3" presStyleIdx="3" presStyleCnt="21"/>
      <dgm:spPr/>
    </dgm:pt>
    <dgm:pt modelId="{1258E2D6-4535-4A7C-B45C-41D7DEC04A12}" type="pres">
      <dgm:prSet presAssocID="{F2259ACD-92A3-4024-B8B6-2FAFC24FDC54}" presName="hierRoot3" presStyleCnt="0"/>
      <dgm:spPr/>
    </dgm:pt>
    <dgm:pt modelId="{E003EFC4-D76E-4DC3-9FD9-78B5D7F04092}" type="pres">
      <dgm:prSet presAssocID="{F2259ACD-92A3-4024-B8B6-2FAFC24FDC54}" presName="composite3" presStyleCnt="0"/>
      <dgm:spPr/>
    </dgm:pt>
    <dgm:pt modelId="{98197C16-D38B-4752-AD3B-5CC385B25B13}" type="pres">
      <dgm:prSet presAssocID="{F2259ACD-92A3-4024-B8B6-2FAFC24FDC54}" presName="background3" presStyleLbl="node3" presStyleIdx="3" presStyleCnt="21"/>
      <dgm:spPr/>
    </dgm:pt>
    <dgm:pt modelId="{FDAD92D2-0BE5-46DE-8DDF-B98BDF8B8E2C}" type="pres">
      <dgm:prSet presAssocID="{F2259ACD-92A3-4024-B8B6-2FAFC24FDC54}" presName="text3" presStyleLbl="fgAcc3" presStyleIdx="3" presStyleCnt="21">
        <dgm:presLayoutVars>
          <dgm:chPref val="3"/>
        </dgm:presLayoutVars>
      </dgm:prSet>
      <dgm:spPr/>
    </dgm:pt>
    <dgm:pt modelId="{B22C202F-64F9-426E-9BE0-1856C2627830}" type="pres">
      <dgm:prSet presAssocID="{F2259ACD-92A3-4024-B8B6-2FAFC24FDC54}" presName="hierChild4" presStyleCnt="0"/>
      <dgm:spPr/>
    </dgm:pt>
    <dgm:pt modelId="{6F43D4E8-9D16-41E0-9A2F-37600FA078E3}" type="pres">
      <dgm:prSet presAssocID="{21702866-515E-4217-A0E0-4763E95A8AAC}" presName="Name17" presStyleLbl="parChTrans1D3" presStyleIdx="4" presStyleCnt="21"/>
      <dgm:spPr/>
    </dgm:pt>
    <dgm:pt modelId="{C80D3783-7D39-4D1B-B483-84F57A42942E}" type="pres">
      <dgm:prSet presAssocID="{3795FFE3-F5F2-4CF5-BAA9-9506384EB118}" presName="hierRoot3" presStyleCnt="0"/>
      <dgm:spPr/>
    </dgm:pt>
    <dgm:pt modelId="{34E02125-55A6-4349-B811-476EF8B3A4BB}" type="pres">
      <dgm:prSet presAssocID="{3795FFE3-F5F2-4CF5-BAA9-9506384EB118}" presName="composite3" presStyleCnt="0"/>
      <dgm:spPr/>
    </dgm:pt>
    <dgm:pt modelId="{42A48926-C958-4E74-A3C4-4B20276A54E1}" type="pres">
      <dgm:prSet presAssocID="{3795FFE3-F5F2-4CF5-BAA9-9506384EB118}" presName="background3" presStyleLbl="node3" presStyleIdx="4" presStyleCnt="21"/>
      <dgm:spPr/>
    </dgm:pt>
    <dgm:pt modelId="{E67E28EB-240B-49DB-93BE-259F0DE83733}" type="pres">
      <dgm:prSet presAssocID="{3795FFE3-F5F2-4CF5-BAA9-9506384EB118}" presName="text3" presStyleLbl="fgAcc3" presStyleIdx="4" presStyleCnt="21">
        <dgm:presLayoutVars>
          <dgm:chPref val="3"/>
        </dgm:presLayoutVars>
      </dgm:prSet>
      <dgm:spPr/>
    </dgm:pt>
    <dgm:pt modelId="{CE363943-317F-46A1-9ABD-25D080EED4B1}" type="pres">
      <dgm:prSet presAssocID="{3795FFE3-F5F2-4CF5-BAA9-9506384EB118}" presName="hierChild4" presStyleCnt="0"/>
      <dgm:spPr/>
    </dgm:pt>
    <dgm:pt modelId="{3861461C-17AD-4BD2-9037-0C6DB5642542}" type="pres">
      <dgm:prSet presAssocID="{A7601D3B-5AC6-4F11-81C5-F0BB4169D199}" presName="Name17" presStyleLbl="parChTrans1D3" presStyleIdx="5" presStyleCnt="21"/>
      <dgm:spPr/>
    </dgm:pt>
    <dgm:pt modelId="{5CA56039-5CC7-4514-BB8E-F99F3E26B2A1}" type="pres">
      <dgm:prSet presAssocID="{DBB1EB57-EBAE-4E28-8727-8C9FF5BBFA34}" presName="hierRoot3" presStyleCnt="0"/>
      <dgm:spPr/>
    </dgm:pt>
    <dgm:pt modelId="{F2B7331C-F55F-42EA-9FEA-494B4855AD41}" type="pres">
      <dgm:prSet presAssocID="{DBB1EB57-EBAE-4E28-8727-8C9FF5BBFA34}" presName="composite3" presStyleCnt="0"/>
      <dgm:spPr/>
    </dgm:pt>
    <dgm:pt modelId="{B28D39DE-7302-4B19-9CA0-C0576A96DD9A}" type="pres">
      <dgm:prSet presAssocID="{DBB1EB57-EBAE-4E28-8727-8C9FF5BBFA34}" presName="background3" presStyleLbl="node3" presStyleIdx="5" presStyleCnt="21"/>
      <dgm:spPr/>
    </dgm:pt>
    <dgm:pt modelId="{B8FE5C32-6067-4E7B-B763-ABE5E13668DF}" type="pres">
      <dgm:prSet presAssocID="{DBB1EB57-EBAE-4E28-8727-8C9FF5BBFA34}" presName="text3" presStyleLbl="fgAcc3" presStyleIdx="5" presStyleCnt="21">
        <dgm:presLayoutVars>
          <dgm:chPref val="3"/>
        </dgm:presLayoutVars>
      </dgm:prSet>
      <dgm:spPr/>
    </dgm:pt>
    <dgm:pt modelId="{FFA83204-9D1A-4436-8C74-CA3A0D37414B}" type="pres">
      <dgm:prSet presAssocID="{DBB1EB57-EBAE-4E28-8727-8C9FF5BBFA34}" presName="hierChild4" presStyleCnt="0"/>
      <dgm:spPr/>
    </dgm:pt>
    <dgm:pt modelId="{DF47A353-29A7-46E8-98D1-651E473CA598}" type="pres">
      <dgm:prSet presAssocID="{570C4A25-1965-4D83-9A2A-81F9DFC5CA8A}" presName="Name10" presStyleLbl="parChTrans1D2" presStyleIdx="2" presStyleCnt="7"/>
      <dgm:spPr/>
    </dgm:pt>
    <dgm:pt modelId="{3E0FF5E5-F8AE-48C1-A4B3-92982002FE70}" type="pres">
      <dgm:prSet presAssocID="{A4B0A566-DA4E-4B4B-8E98-BB54C0B0DA18}" presName="hierRoot2" presStyleCnt="0"/>
      <dgm:spPr/>
    </dgm:pt>
    <dgm:pt modelId="{88A907FF-257B-4AD1-AA5B-ED8EA3FA1BFE}" type="pres">
      <dgm:prSet presAssocID="{A4B0A566-DA4E-4B4B-8E98-BB54C0B0DA18}" presName="composite2" presStyleCnt="0"/>
      <dgm:spPr/>
    </dgm:pt>
    <dgm:pt modelId="{25502F3A-DB5F-4C2F-9FAA-F7AD5FE33052}" type="pres">
      <dgm:prSet presAssocID="{A4B0A566-DA4E-4B4B-8E98-BB54C0B0DA18}" presName="background2" presStyleLbl="node2" presStyleIdx="2" presStyleCnt="7"/>
      <dgm:spPr/>
    </dgm:pt>
    <dgm:pt modelId="{0D087963-9D55-4D64-AD4E-3E7D6153E8B0}" type="pres">
      <dgm:prSet presAssocID="{A4B0A566-DA4E-4B4B-8E98-BB54C0B0DA18}" presName="text2" presStyleLbl="fgAcc2" presStyleIdx="2" presStyleCnt="7">
        <dgm:presLayoutVars>
          <dgm:chPref val="3"/>
        </dgm:presLayoutVars>
      </dgm:prSet>
      <dgm:spPr/>
    </dgm:pt>
    <dgm:pt modelId="{9A533391-54A4-4CF7-A7B6-7FC156A9B743}" type="pres">
      <dgm:prSet presAssocID="{A4B0A566-DA4E-4B4B-8E98-BB54C0B0DA18}" presName="hierChild3" presStyleCnt="0"/>
      <dgm:spPr/>
    </dgm:pt>
    <dgm:pt modelId="{7529A8A2-EB1A-4A57-9D15-C1B5E816030E}" type="pres">
      <dgm:prSet presAssocID="{BF8AC7BE-60D2-44A9-B876-B1D43071EBEF}" presName="Name17" presStyleLbl="parChTrans1D3" presStyleIdx="6" presStyleCnt="21"/>
      <dgm:spPr/>
    </dgm:pt>
    <dgm:pt modelId="{633AFFAF-BE78-45C6-AB30-8384DED55DB1}" type="pres">
      <dgm:prSet presAssocID="{E5329209-B449-469F-A049-D8834C4F5B0B}" presName="hierRoot3" presStyleCnt="0"/>
      <dgm:spPr/>
    </dgm:pt>
    <dgm:pt modelId="{C9A74F5E-CEC0-4C69-BAD8-C5D23F403332}" type="pres">
      <dgm:prSet presAssocID="{E5329209-B449-469F-A049-D8834C4F5B0B}" presName="composite3" presStyleCnt="0"/>
      <dgm:spPr/>
    </dgm:pt>
    <dgm:pt modelId="{62D5ACCD-69C4-40BE-AF7E-901E95352D57}" type="pres">
      <dgm:prSet presAssocID="{E5329209-B449-469F-A049-D8834C4F5B0B}" presName="background3" presStyleLbl="node3" presStyleIdx="6" presStyleCnt="21"/>
      <dgm:spPr/>
    </dgm:pt>
    <dgm:pt modelId="{F04534EA-F1E2-4711-9AC4-4346126598D3}" type="pres">
      <dgm:prSet presAssocID="{E5329209-B449-469F-A049-D8834C4F5B0B}" presName="text3" presStyleLbl="fgAcc3" presStyleIdx="6" presStyleCnt="21">
        <dgm:presLayoutVars>
          <dgm:chPref val="3"/>
        </dgm:presLayoutVars>
      </dgm:prSet>
      <dgm:spPr/>
    </dgm:pt>
    <dgm:pt modelId="{96C27421-0EA4-4B91-9E1E-95E15F15224E}" type="pres">
      <dgm:prSet presAssocID="{E5329209-B449-469F-A049-D8834C4F5B0B}" presName="hierChild4" presStyleCnt="0"/>
      <dgm:spPr/>
    </dgm:pt>
    <dgm:pt modelId="{F1FBE227-2069-419E-8863-09FA57AA4C4F}" type="pres">
      <dgm:prSet presAssocID="{98DDB3AA-B8D0-456F-BB6D-347490F53DBD}" presName="Name17" presStyleLbl="parChTrans1D3" presStyleIdx="7" presStyleCnt="21"/>
      <dgm:spPr/>
    </dgm:pt>
    <dgm:pt modelId="{0B323B1E-DF0C-4864-9795-546510144A37}" type="pres">
      <dgm:prSet presAssocID="{2AD22A32-1C7D-4022-AFDF-D5959ED1FE06}" presName="hierRoot3" presStyleCnt="0"/>
      <dgm:spPr/>
    </dgm:pt>
    <dgm:pt modelId="{4037A223-F3F6-44C4-8B59-82D1315DABB5}" type="pres">
      <dgm:prSet presAssocID="{2AD22A32-1C7D-4022-AFDF-D5959ED1FE06}" presName="composite3" presStyleCnt="0"/>
      <dgm:spPr/>
    </dgm:pt>
    <dgm:pt modelId="{0B462D7A-314B-47B5-B9D8-79B411BA9587}" type="pres">
      <dgm:prSet presAssocID="{2AD22A32-1C7D-4022-AFDF-D5959ED1FE06}" presName="background3" presStyleLbl="node3" presStyleIdx="7" presStyleCnt="21"/>
      <dgm:spPr/>
    </dgm:pt>
    <dgm:pt modelId="{AC690CC8-5BD3-4911-A464-734849CD2EF0}" type="pres">
      <dgm:prSet presAssocID="{2AD22A32-1C7D-4022-AFDF-D5959ED1FE06}" presName="text3" presStyleLbl="fgAcc3" presStyleIdx="7" presStyleCnt="21">
        <dgm:presLayoutVars>
          <dgm:chPref val="3"/>
        </dgm:presLayoutVars>
      </dgm:prSet>
      <dgm:spPr/>
    </dgm:pt>
    <dgm:pt modelId="{757B75F1-569F-495A-AB6D-EDAB8B94FF4C}" type="pres">
      <dgm:prSet presAssocID="{2AD22A32-1C7D-4022-AFDF-D5959ED1FE06}" presName="hierChild4" presStyleCnt="0"/>
      <dgm:spPr/>
    </dgm:pt>
    <dgm:pt modelId="{33E77769-191A-48AB-9FB9-ECBEB10D2568}" type="pres">
      <dgm:prSet presAssocID="{A016C474-10A3-463F-8A53-986E1B301199}" presName="Name17" presStyleLbl="parChTrans1D3" presStyleIdx="8" presStyleCnt="21"/>
      <dgm:spPr/>
    </dgm:pt>
    <dgm:pt modelId="{286A2AE7-9536-4C02-A848-400CF1E0A497}" type="pres">
      <dgm:prSet presAssocID="{B5DE9DF5-D6EA-466D-BBE7-AB3B5E6048C0}" presName="hierRoot3" presStyleCnt="0"/>
      <dgm:spPr/>
    </dgm:pt>
    <dgm:pt modelId="{291074E0-4FD6-4B7E-A596-6A7ED0CEDC77}" type="pres">
      <dgm:prSet presAssocID="{B5DE9DF5-D6EA-466D-BBE7-AB3B5E6048C0}" presName="composite3" presStyleCnt="0"/>
      <dgm:spPr/>
    </dgm:pt>
    <dgm:pt modelId="{CC042950-B936-4372-8A70-4B0D7F60FA33}" type="pres">
      <dgm:prSet presAssocID="{B5DE9DF5-D6EA-466D-BBE7-AB3B5E6048C0}" presName="background3" presStyleLbl="node3" presStyleIdx="8" presStyleCnt="21"/>
      <dgm:spPr/>
    </dgm:pt>
    <dgm:pt modelId="{A647A5CA-0FF8-4235-8988-6F1D95B8A04F}" type="pres">
      <dgm:prSet presAssocID="{B5DE9DF5-D6EA-466D-BBE7-AB3B5E6048C0}" presName="text3" presStyleLbl="fgAcc3" presStyleIdx="8" presStyleCnt="21">
        <dgm:presLayoutVars>
          <dgm:chPref val="3"/>
        </dgm:presLayoutVars>
      </dgm:prSet>
      <dgm:spPr/>
    </dgm:pt>
    <dgm:pt modelId="{B5C238D2-98F4-460E-B298-F9BE13069A0C}" type="pres">
      <dgm:prSet presAssocID="{B5DE9DF5-D6EA-466D-BBE7-AB3B5E6048C0}" presName="hierChild4" presStyleCnt="0"/>
      <dgm:spPr/>
    </dgm:pt>
    <dgm:pt modelId="{43BC0314-8499-4F5B-9299-4F2825D32EC2}" type="pres">
      <dgm:prSet presAssocID="{7851C3DD-ACAC-42A4-BA4A-A8209B403AFB}" presName="Name10" presStyleLbl="parChTrans1D2" presStyleIdx="3" presStyleCnt="7"/>
      <dgm:spPr/>
    </dgm:pt>
    <dgm:pt modelId="{5271427B-AB0E-425C-8577-313CB2D3AEDC}" type="pres">
      <dgm:prSet presAssocID="{5A932A7E-FB3E-4380-9CEE-69CF7DCBFDC0}" presName="hierRoot2" presStyleCnt="0"/>
      <dgm:spPr/>
    </dgm:pt>
    <dgm:pt modelId="{0D4FBE73-B099-4B5D-81EA-40BB9DA4E05D}" type="pres">
      <dgm:prSet presAssocID="{5A932A7E-FB3E-4380-9CEE-69CF7DCBFDC0}" presName="composite2" presStyleCnt="0"/>
      <dgm:spPr/>
    </dgm:pt>
    <dgm:pt modelId="{422BB4BB-DE82-4F66-B874-73310AE2D871}" type="pres">
      <dgm:prSet presAssocID="{5A932A7E-FB3E-4380-9CEE-69CF7DCBFDC0}" presName="background2" presStyleLbl="node2" presStyleIdx="3" presStyleCnt="7"/>
      <dgm:spPr/>
    </dgm:pt>
    <dgm:pt modelId="{3AC929A1-5565-4497-A94B-16FAB7BDAA45}" type="pres">
      <dgm:prSet presAssocID="{5A932A7E-FB3E-4380-9CEE-69CF7DCBFDC0}" presName="text2" presStyleLbl="fgAcc2" presStyleIdx="3" presStyleCnt="7">
        <dgm:presLayoutVars>
          <dgm:chPref val="3"/>
        </dgm:presLayoutVars>
      </dgm:prSet>
      <dgm:spPr/>
    </dgm:pt>
    <dgm:pt modelId="{F91D3D75-936D-4A22-BF48-AD2C33D11DE5}" type="pres">
      <dgm:prSet presAssocID="{5A932A7E-FB3E-4380-9CEE-69CF7DCBFDC0}" presName="hierChild3" presStyleCnt="0"/>
      <dgm:spPr/>
    </dgm:pt>
    <dgm:pt modelId="{EC34A761-6E97-4101-BC27-0F4721DB93D5}" type="pres">
      <dgm:prSet presAssocID="{2A7DFB77-CB36-4E52-BA10-2791F8D340E1}" presName="Name17" presStyleLbl="parChTrans1D3" presStyleIdx="9" presStyleCnt="21"/>
      <dgm:spPr/>
    </dgm:pt>
    <dgm:pt modelId="{A11089CE-7BA4-4DB7-B21C-7FE3CC85FAC2}" type="pres">
      <dgm:prSet presAssocID="{5CC65992-FFBD-4E43-B79F-5D59AC9351B7}" presName="hierRoot3" presStyleCnt="0"/>
      <dgm:spPr/>
    </dgm:pt>
    <dgm:pt modelId="{B16C7E24-93D8-40EC-B772-6938E362F2F2}" type="pres">
      <dgm:prSet presAssocID="{5CC65992-FFBD-4E43-B79F-5D59AC9351B7}" presName="composite3" presStyleCnt="0"/>
      <dgm:spPr/>
    </dgm:pt>
    <dgm:pt modelId="{73AAF2F4-4C98-439C-880E-6C884AEEB8CB}" type="pres">
      <dgm:prSet presAssocID="{5CC65992-FFBD-4E43-B79F-5D59AC9351B7}" presName="background3" presStyleLbl="node3" presStyleIdx="9" presStyleCnt="21"/>
      <dgm:spPr/>
    </dgm:pt>
    <dgm:pt modelId="{F47093E0-D3C2-44CE-8822-908EFD7B2871}" type="pres">
      <dgm:prSet presAssocID="{5CC65992-FFBD-4E43-B79F-5D59AC9351B7}" presName="text3" presStyleLbl="fgAcc3" presStyleIdx="9" presStyleCnt="21">
        <dgm:presLayoutVars>
          <dgm:chPref val="3"/>
        </dgm:presLayoutVars>
      </dgm:prSet>
      <dgm:spPr/>
    </dgm:pt>
    <dgm:pt modelId="{8B3F84E7-1F27-4ED8-96DF-AEE5C28A5D41}" type="pres">
      <dgm:prSet presAssocID="{5CC65992-FFBD-4E43-B79F-5D59AC9351B7}" presName="hierChild4" presStyleCnt="0"/>
      <dgm:spPr/>
    </dgm:pt>
    <dgm:pt modelId="{5A12D279-D587-4BD0-A23C-9761C2E4289A}" type="pres">
      <dgm:prSet presAssocID="{7EB67C2D-D37C-4370-83FA-DD93C5C2D2C3}" presName="Name17" presStyleLbl="parChTrans1D3" presStyleIdx="10" presStyleCnt="21"/>
      <dgm:spPr/>
    </dgm:pt>
    <dgm:pt modelId="{70DC430D-5AC8-4F53-83D8-C8C84A691B51}" type="pres">
      <dgm:prSet presAssocID="{6FC0C474-F7BC-494F-92CB-F61B13EE4BAB}" presName="hierRoot3" presStyleCnt="0"/>
      <dgm:spPr/>
    </dgm:pt>
    <dgm:pt modelId="{FCB45F14-9B38-418E-A188-F1EDA1F4DB4F}" type="pres">
      <dgm:prSet presAssocID="{6FC0C474-F7BC-494F-92CB-F61B13EE4BAB}" presName="composite3" presStyleCnt="0"/>
      <dgm:spPr/>
    </dgm:pt>
    <dgm:pt modelId="{1CB0F533-CD19-4CB4-A188-B9234C4F80DF}" type="pres">
      <dgm:prSet presAssocID="{6FC0C474-F7BC-494F-92CB-F61B13EE4BAB}" presName="background3" presStyleLbl="node3" presStyleIdx="10" presStyleCnt="21"/>
      <dgm:spPr/>
    </dgm:pt>
    <dgm:pt modelId="{2B57578F-263D-49DF-9EF6-AED7978B1DB2}" type="pres">
      <dgm:prSet presAssocID="{6FC0C474-F7BC-494F-92CB-F61B13EE4BAB}" presName="text3" presStyleLbl="fgAcc3" presStyleIdx="10" presStyleCnt="21">
        <dgm:presLayoutVars>
          <dgm:chPref val="3"/>
        </dgm:presLayoutVars>
      </dgm:prSet>
      <dgm:spPr/>
    </dgm:pt>
    <dgm:pt modelId="{89005448-356A-494D-BCAD-BF1D4A01E739}" type="pres">
      <dgm:prSet presAssocID="{6FC0C474-F7BC-494F-92CB-F61B13EE4BAB}" presName="hierChild4" presStyleCnt="0"/>
      <dgm:spPr/>
    </dgm:pt>
    <dgm:pt modelId="{D78FC68E-6777-48AB-A41C-B2C69BBE3DEB}" type="pres">
      <dgm:prSet presAssocID="{93B66431-E73A-4578-B97E-7932F301CEA4}" presName="Name17" presStyleLbl="parChTrans1D3" presStyleIdx="11" presStyleCnt="21"/>
      <dgm:spPr/>
    </dgm:pt>
    <dgm:pt modelId="{66B30F49-9459-4897-AB27-EA4956886EB0}" type="pres">
      <dgm:prSet presAssocID="{1B98F432-1907-4351-8908-FE5CEE924AA9}" presName="hierRoot3" presStyleCnt="0"/>
      <dgm:spPr/>
    </dgm:pt>
    <dgm:pt modelId="{8EEE8839-0929-4DE5-A1CD-02DA3DC5EB6F}" type="pres">
      <dgm:prSet presAssocID="{1B98F432-1907-4351-8908-FE5CEE924AA9}" presName="composite3" presStyleCnt="0"/>
      <dgm:spPr/>
    </dgm:pt>
    <dgm:pt modelId="{3FE819D0-590E-4379-AE24-1D4A4C46AF80}" type="pres">
      <dgm:prSet presAssocID="{1B98F432-1907-4351-8908-FE5CEE924AA9}" presName="background3" presStyleLbl="node3" presStyleIdx="11" presStyleCnt="21"/>
      <dgm:spPr/>
    </dgm:pt>
    <dgm:pt modelId="{ED22BFE2-B45A-4E29-9FC9-2F59FBB60509}" type="pres">
      <dgm:prSet presAssocID="{1B98F432-1907-4351-8908-FE5CEE924AA9}" presName="text3" presStyleLbl="fgAcc3" presStyleIdx="11" presStyleCnt="21">
        <dgm:presLayoutVars>
          <dgm:chPref val="3"/>
        </dgm:presLayoutVars>
      </dgm:prSet>
      <dgm:spPr/>
    </dgm:pt>
    <dgm:pt modelId="{B80B7936-4565-4CE6-B488-C1EF15B84406}" type="pres">
      <dgm:prSet presAssocID="{1B98F432-1907-4351-8908-FE5CEE924AA9}" presName="hierChild4" presStyleCnt="0"/>
      <dgm:spPr/>
    </dgm:pt>
    <dgm:pt modelId="{1A52A52F-B6CE-4FE4-982B-D611406319C0}" type="pres">
      <dgm:prSet presAssocID="{FF3482D3-FD0F-4B8B-A611-D175F95DD65F}" presName="Name10" presStyleLbl="parChTrans1D2" presStyleIdx="4" presStyleCnt="7"/>
      <dgm:spPr/>
    </dgm:pt>
    <dgm:pt modelId="{F8A94BEF-C866-4A6F-8488-C8BCAC4F01F5}" type="pres">
      <dgm:prSet presAssocID="{6AE208B1-2B12-4547-B351-BE68CA0A77B1}" presName="hierRoot2" presStyleCnt="0"/>
      <dgm:spPr/>
    </dgm:pt>
    <dgm:pt modelId="{A9A2589F-AD69-4B63-93D2-AD6F3650CA70}" type="pres">
      <dgm:prSet presAssocID="{6AE208B1-2B12-4547-B351-BE68CA0A77B1}" presName="composite2" presStyleCnt="0"/>
      <dgm:spPr/>
    </dgm:pt>
    <dgm:pt modelId="{36F92FAC-91B4-4900-87F4-981372170D17}" type="pres">
      <dgm:prSet presAssocID="{6AE208B1-2B12-4547-B351-BE68CA0A77B1}" presName="background2" presStyleLbl="node2" presStyleIdx="4" presStyleCnt="7"/>
      <dgm:spPr/>
    </dgm:pt>
    <dgm:pt modelId="{0D6E63F7-7790-4480-9304-7F16FF08801B}" type="pres">
      <dgm:prSet presAssocID="{6AE208B1-2B12-4547-B351-BE68CA0A77B1}" presName="text2" presStyleLbl="fgAcc2" presStyleIdx="4" presStyleCnt="7">
        <dgm:presLayoutVars>
          <dgm:chPref val="3"/>
        </dgm:presLayoutVars>
      </dgm:prSet>
      <dgm:spPr/>
    </dgm:pt>
    <dgm:pt modelId="{C02047B1-2FBE-4E37-8B5C-2DD0AABDD2E9}" type="pres">
      <dgm:prSet presAssocID="{6AE208B1-2B12-4547-B351-BE68CA0A77B1}" presName="hierChild3" presStyleCnt="0"/>
      <dgm:spPr/>
    </dgm:pt>
    <dgm:pt modelId="{0076DF83-87D6-43AC-8EF9-23FA88869024}" type="pres">
      <dgm:prSet presAssocID="{8C826CC3-17BC-4ECD-804A-B027E7E9445D}" presName="Name17" presStyleLbl="parChTrans1D3" presStyleIdx="12" presStyleCnt="21"/>
      <dgm:spPr/>
    </dgm:pt>
    <dgm:pt modelId="{9978E9E9-B883-413A-A4DB-EE25F1D66EF4}" type="pres">
      <dgm:prSet presAssocID="{26643825-0A41-4ECB-B2AD-CA0BB1880EA5}" presName="hierRoot3" presStyleCnt="0"/>
      <dgm:spPr/>
    </dgm:pt>
    <dgm:pt modelId="{76D623ED-FB1A-4D82-A2B9-A5AC6D923F0F}" type="pres">
      <dgm:prSet presAssocID="{26643825-0A41-4ECB-B2AD-CA0BB1880EA5}" presName="composite3" presStyleCnt="0"/>
      <dgm:spPr/>
    </dgm:pt>
    <dgm:pt modelId="{B0205CC5-9C7D-4339-86C6-F84BEBCF75E9}" type="pres">
      <dgm:prSet presAssocID="{26643825-0A41-4ECB-B2AD-CA0BB1880EA5}" presName="background3" presStyleLbl="node3" presStyleIdx="12" presStyleCnt="21"/>
      <dgm:spPr/>
    </dgm:pt>
    <dgm:pt modelId="{D74CD0C6-5FA8-445F-80CE-AC2D5EF5367A}" type="pres">
      <dgm:prSet presAssocID="{26643825-0A41-4ECB-B2AD-CA0BB1880EA5}" presName="text3" presStyleLbl="fgAcc3" presStyleIdx="12" presStyleCnt="21">
        <dgm:presLayoutVars>
          <dgm:chPref val="3"/>
        </dgm:presLayoutVars>
      </dgm:prSet>
      <dgm:spPr/>
    </dgm:pt>
    <dgm:pt modelId="{9968CC57-A301-43D1-B88F-39329AA61D91}" type="pres">
      <dgm:prSet presAssocID="{26643825-0A41-4ECB-B2AD-CA0BB1880EA5}" presName="hierChild4" presStyleCnt="0"/>
      <dgm:spPr/>
    </dgm:pt>
    <dgm:pt modelId="{8C8B8378-DCD5-4141-947B-F1ED2DD7C657}" type="pres">
      <dgm:prSet presAssocID="{93910189-BC4A-42FD-9CA2-3DD7664487C9}" presName="Name17" presStyleLbl="parChTrans1D3" presStyleIdx="13" presStyleCnt="21"/>
      <dgm:spPr/>
    </dgm:pt>
    <dgm:pt modelId="{40586BC0-3780-44F2-8267-27A900C8B061}" type="pres">
      <dgm:prSet presAssocID="{F4CE22E1-1E10-4F31-A7C7-AB72865A2E04}" presName="hierRoot3" presStyleCnt="0"/>
      <dgm:spPr/>
    </dgm:pt>
    <dgm:pt modelId="{B2C6DBE6-5603-4A61-B591-85995E682741}" type="pres">
      <dgm:prSet presAssocID="{F4CE22E1-1E10-4F31-A7C7-AB72865A2E04}" presName="composite3" presStyleCnt="0"/>
      <dgm:spPr/>
    </dgm:pt>
    <dgm:pt modelId="{B1D8D279-D3FA-4115-A701-C67900135468}" type="pres">
      <dgm:prSet presAssocID="{F4CE22E1-1E10-4F31-A7C7-AB72865A2E04}" presName="background3" presStyleLbl="node3" presStyleIdx="13" presStyleCnt="21"/>
      <dgm:spPr/>
    </dgm:pt>
    <dgm:pt modelId="{75915D58-D2CB-4128-A688-FA285D9F607F}" type="pres">
      <dgm:prSet presAssocID="{F4CE22E1-1E10-4F31-A7C7-AB72865A2E04}" presName="text3" presStyleLbl="fgAcc3" presStyleIdx="13" presStyleCnt="21">
        <dgm:presLayoutVars>
          <dgm:chPref val="3"/>
        </dgm:presLayoutVars>
      </dgm:prSet>
      <dgm:spPr/>
    </dgm:pt>
    <dgm:pt modelId="{BC84EBC5-D717-4AAA-A52A-734802D2F330}" type="pres">
      <dgm:prSet presAssocID="{F4CE22E1-1E10-4F31-A7C7-AB72865A2E04}" presName="hierChild4" presStyleCnt="0"/>
      <dgm:spPr/>
    </dgm:pt>
    <dgm:pt modelId="{2D37D3C2-DEB6-4B29-A803-FF396B2876E2}" type="pres">
      <dgm:prSet presAssocID="{782A12A8-21B9-4701-838F-DDA4488286E6}" presName="Name17" presStyleLbl="parChTrans1D3" presStyleIdx="14" presStyleCnt="21"/>
      <dgm:spPr/>
    </dgm:pt>
    <dgm:pt modelId="{048F474E-3D2B-4FD4-B628-6278AECC203D}" type="pres">
      <dgm:prSet presAssocID="{C0AB329D-F14D-476B-9D51-99164C4BBBD7}" presName="hierRoot3" presStyleCnt="0"/>
      <dgm:spPr/>
    </dgm:pt>
    <dgm:pt modelId="{BC1C59E3-2B3E-4930-BA35-51FFA0244288}" type="pres">
      <dgm:prSet presAssocID="{C0AB329D-F14D-476B-9D51-99164C4BBBD7}" presName="composite3" presStyleCnt="0"/>
      <dgm:spPr/>
    </dgm:pt>
    <dgm:pt modelId="{EAF88044-62C8-477C-9032-DB212A10A0EC}" type="pres">
      <dgm:prSet presAssocID="{C0AB329D-F14D-476B-9D51-99164C4BBBD7}" presName="background3" presStyleLbl="node3" presStyleIdx="14" presStyleCnt="21"/>
      <dgm:spPr/>
    </dgm:pt>
    <dgm:pt modelId="{A1FCED01-B22F-42F6-841D-6DBCD494E87A}" type="pres">
      <dgm:prSet presAssocID="{C0AB329D-F14D-476B-9D51-99164C4BBBD7}" presName="text3" presStyleLbl="fgAcc3" presStyleIdx="14" presStyleCnt="21">
        <dgm:presLayoutVars>
          <dgm:chPref val="3"/>
        </dgm:presLayoutVars>
      </dgm:prSet>
      <dgm:spPr/>
    </dgm:pt>
    <dgm:pt modelId="{38A305EA-94DE-40FA-8629-1C115943914B}" type="pres">
      <dgm:prSet presAssocID="{C0AB329D-F14D-476B-9D51-99164C4BBBD7}" presName="hierChild4" presStyleCnt="0"/>
      <dgm:spPr/>
    </dgm:pt>
    <dgm:pt modelId="{0968715C-1D8F-4058-BC78-E98C8A2A2A42}" type="pres">
      <dgm:prSet presAssocID="{46F04025-8131-4A67-9916-FB8F7520F11B}" presName="Name10" presStyleLbl="parChTrans1D2" presStyleIdx="5" presStyleCnt="7"/>
      <dgm:spPr/>
    </dgm:pt>
    <dgm:pt modelId="{538327D7-A65B-4054-A410-B50A93974791}" type="pres">
      <dgm:prSet presAssocID="{36D539F4-71FD-4FDB-8CB1-D9D5209AD304}" presName="hierRoot2" presStyleCnt="0"/>
      <dgm:spPr/>
    </dgm:pt>
    <dgm:pt modelId="{8691465A-E78A-4C17-82D9-77FAC42107EB}" type="pres">
      <dgm:prSet presAssocID="{36D539F4-71FD-4FDB-8CB1-D9D5209AD304}" presName="composite2" presStyleCnt="0"/>
      <dgm:spPr/>
    </dgm:pt>
    <dgm:pt modelId="{3D89A1E3-EF7A-4B8A-82AB-CC0E9E4C31C3}" type="pres">
      <dgm:prSet presAssocID="{36D539F4-71FD-4FDB-8CB1-D9D5209AD304}" presName="background2" presStyleLbl="node2" presStyleIdx="5" presStyleCnt="7"/>
      <dgm:spPr/>
    </dgm:pt>
    <dgm:pt modelId="{CB7FD0EA-D791-4C70-9268-D49C7EF4CD61}" type="pres">
      <dgm:prSet presAssocID="{36D539F4-71FD-4FDB-8CB1-D9D5209AD304}" presName="text2" presStyleLbl="fgAcc2" presStyleIdx="5" presStyleCnt="7">
        <dgm:presLayoutVars>
          <dgm:chPref val="3"/>
        </dgm:presLayoutVars>
      </dgm:prSet>
      <dgm:spPr/>
    </dgm:pt>
    <dgm:pt modelId="{9C30FD34-FCF0-43F7-9844-E52F34530611}" type="pres">
      <dgm:prSet presAssocID="{36D539F4-71FD-4FDB-8CB1-D9D5209AD304}" presName="hierChild3" presStyleCnt="0"/>
      <dgm:spPr/>
    </dgm:pt>
    <dgm:pt modelId="{CA59F086-55A3-4727-9524-B20BFE069BCD}" type="pres">
      <dgm:prSet presAssocID="{A5CD78F9-FA9B-4D86-8DE7-14D2584EA9E5}" presName="Name17" presStyleLbl="parChTrans1D3" presStyleIdx="15" presStyleCnt="21"/>
      <dgm:spPr/>
    </dgm:pt>
    <dgm:pt modelId="{CDF770E7-A156-4BA9-A53F-7BD34FB56A67}" type="pres">
      <dgm:prSet presAssocID="{0F00A1C1-C209-4DCD-B4E6-715322FE3F9E}" presName="hierRoot3" presStyleCnt="0"/>
      <dgm:spPr/>
    </dgm:pt>
    <dgm:pt modelId="{EE2E5051-4E64-4BBE-BBF4-B61FFB8CA799}" type="pres">
      <dgm:prSet presAssocID="{0F00A1C1-C209-4DCD-B4E6-715322FE3F9E}" presName="composite3" presStyleCnt="0"/>
      <dgm:spPr/>
    </dgm:pt>
    <dgm:pt modelId="{16818369-F3DD-48E7-97CF-817174999EF1}" type="pres">
      <dgm:prSet presAssocID="{0F00A1C1-C209-4DCD-B4E6-715322FE3F9E}" presName="background3" presStyleLbl="node3" presStyleIdx="15" presStyleCnt="21"/>
      <dgm:spPr/>
    </dgm:pt>
    <dgm:pt modelId="{C368C471-170E-4C5A-A187-767B9CE00E85}" type="pres">
      <dgm:prSet presAssocID="{0F00A1C1-C209-4DCD-B4E6-715322FE3F9E}" presName="text3" presStyleLbl="fgAcc3" presStyleIdx="15" presStyleCnt="21">
        <dgm:presLayoutVars>
          <dgm:chPref val="3"/>
        </dgm:presLayoutVars>
      </dgm:prSet>
      <dgm:spPr/>
    </dgm:pt>
    <dgm:pt modelId="{5A23957E-A8BA-4714-96BC-9D680EC69292}" type="pres">
      <dgm:prSet presAssocID="{0F00A1C1-C209-4DCD-B4E6-715322FE3F9E}" presName="hierChild4" presStyleCnt="0"/>
      <dgm:spPr/>
    </dgm:pt>
    <dgm:pt modelId="{83449646-B0C7-4253-A142-453B578F84F7}" type="pres">
      <dgm:prSet presAssocID="{543B998B-BA4E-49B3-91F6-0E69088C6F62}" presName="Name17" presStyleLbl="parChTrans1D3" presStyleIdx="16" presStyleCnt="21"/>
      <dgm:spPr/>
    </dgm:pt>
    <dgm:pt modelId="{167BFB7B-0684-445C-B05F-B665E2759DFC}" type="pres">
      <dgm:prSet presAssocID="{91C87E52-E8D5-4BD0-8E2C-64B98E8C1247}" presName="hierRoot3" presStyleCnt="0"/>
      <dgm:spPr/>
    </dgm:pt>
    <dgm:pt modelId="{4D98D920-FEC5-4ED2-A241-5B77CE0EF252}" type="pres">
      <dgm:prSet presAssocID="{91C87E52-E8D5-4BD0-8E2C-64B98E8C1247}" presName="composite3" presStyleCnt="0"/>
      <dgm:spPr/>
    </dgm:pt>
    <dgm:pt modelId="{169005CE-5032-4DDB-A959-FC6913C374B3}" type="pres">
      <dgm:prSet presAssocID="{91C87E52-E8D5-4BD0-8E2C-64B98E8C1247}" presName="background3" presStyleLbl="node3" presStyleIdx="16" presStyleCnt="21"/>
      <dgm:spPr/>
    </dgm:pt>
    <dgm:pt modelId="{9BC542D8-73E8-4AF0-A263-4F587EF866EC}" type="pres">
      <dgm:prSet presAssocID="{91C87E52-E8D5-4BD0-8E2C-64B98E8C1247}" presName="text3" presStyleLbl="fgAcc3" presStyleIdx="16" presStyleCnt="21">
        <dgm:presLayoutVars>
          <dgm:chPref val="3"/>
        </dgm:presLayoutVars>
      </dgm:prSet>
      <dgm:spPr/>
    </dgm:pt>
    <dgm:pt modelId="{D73B634D-A2DC-4F9B-9BB5-11EC667D5546}" type="pres">
      <dgm:prSet presAssocID="{91C87E52-E8D5-4BD0-8E2C-64B98E8C1247}" presName="hierChild4" presStyleCnt="0"/>
      <dgm:spPr/>
    </dgm:pt>
    <dgm:pt modelId="{C57B4AD9-8744-4339-BFBC-F35DC1DE14C9}" type="pres">
      <dgm:prSet presAssocID="{EF1D7C80-3625-4C35-94E7-78F0CF2F8CEC}" presName="Name17" presStyleLbl="parChTrans1D3" presStyleIdx="17" presStyleCnt="21"/>
      <dgm:spPr/>
    </dgm:pt>
    <dgm:pt modelId="{16FB9C5B-9C33-4661-B485-413C5875082D}" type="pres">
      <dgm:prSet presAssocID="{AFB2D616-6873-42A9-A4A3-29C59F0AC8F6}" presName="hierRoot3" presStyleCnt="0"/>
      <dgm:spPr/>
    </dgm:pt>
    <dgm:pt modelId="{4E6031F3-21E9-4BE9-B309-04984CFA7AA1}" type="pres">
      <dgm:prSet presAssocID="{AFB2D616-6873-42A9-A4A3-29C59F0AC8F6}" presName="composite3" presStyleCnt="0"/>
      <dgm:spPr/>
    </dgm:pt>
    <dgm:pt modelId="{3257A3BD-3BFA-4C9D-8018-5A6452DA213A}" type="pres">
      <dgm:prSet presAssocID="{AFB2D616-6873-42A9-A4A3-29C59F0AC8F6}" presName="background3" presStyleLbl="node3" presStyleIdx="17" presStyleCnt="21"/>
      <dgm:spPr/>
    </dgm:pt>
    <dgm:pt modelId="{B97C90F6-3FD9-4118-B8EF-1CF6B894A28B}" type="pres">
      <dgm:prSet presAssocID="{AFB2D616-6873-42A9-A4A3-29C59F0AC8F6}" presName="text3" presStyleLbl="fgAcc3" presStyleIdx="17" presStyleCnt="21">
        <dgm:presLayoutVars>
          <dgm:chPref val="3"/>
        </dgm:presLayoutVars>
      </dgm:prSet>
      <dgm:spPr/>
    </dgm:pt>
    <dgm:pt modelId="{DDEA39AA-F146-4F2E-84B6-CE7010864C25}" type="pres">
      <dgm:prSet presAssocID="{AFB2D616-6873-42A9-A4A3-29C59F0AC8F6}" presName="hierChild4" presStyleCnt="0"/>
      <dgm:spPr/>
    </dgm:pt>
    <dgm:pt modelId="{4B42B380-D497-4A31-B689-37D2BD5B9A6D}" type="pres">
      <dgm:prSet presAssocID="{0A23C00D-8EB8-446B-ABBA-1247D4A06EFA}" presName="Name10" presStyleLbl="parChTrans1D2" presStyleIdx="6" presStyleCnt="7"/>
      <dgm:spPr/>
    </dgm:pt>
    <dgm:pt modelId="{84D54FCC-B191-480F-A179-566240D9A5BD}" type="pres">
      <dgm:prSet presAssocID="{5B9CC11F-3560-4951-9A67-7800CE6DEB0E}" presName="hierRoot2" presStyleCnt="0"/>
      <dgm:spPr/>
    </dgm:pt>
    <dgm:pt modelId="{89F534D4-2C01-43C2-A850-457C25E58E49}" type="pres">
      <dgm:prSet presAssocID="{5B9CC11F-3560-4951-9A67-7800CE6DEB0E}" presName="composite2" presStyleCnt="0"/>
      <dgm:spPr/>
    </dgm:pt>
    <dgm:pt modelId="{CB59B285-33FB-468C-8A52-DF013DC4AF62}" type="pres">
      <dgm:prSet presAssocID="{5B9CC11F-3560-4951-9A67-7800CE6DEB0E}" presName="background2" presStyleLbl="node2" presStyleIdx="6" presStyleCnt="7"/>
      <dgm:spPr/>
    </dgm:pt>
    <dgm:pt modelId="{438404FF-2C8A-4A7D-A74E-5FC7CDFFF222}" type="pres">
      <dgm:prSet presAssocID="{5B9CC11F-3560-4951-9A67-7800CE6DEB0E}" presName="text2" presStyleLbl="fgAcc2" presStyleIdx="6" presStyleCnt="7">
        <dgm:presLayoutVars>
          <dgm:chPref val="3"/>
        </dgm:presLayoutVars>
      </dgm:prSet>
      <dgm:spPr/>
    </dgm:pt>
    <dgm:pt modelId="{DFBCD020-7A47-448D-959F-C9BCDDF0B781}" type="pres">
      <dgm:prSet presAssocID="{5B9CC11F-3560-4951-9A67-7800CE6DEB0E}" presName="hierChild3" presStyleCnt="0"/>
      <dgm:spPr/>
    </dgm:pt>
    <dgm:pt modelId="{1014C523-CC78-4DF6-8267-2E05276E5882}" type="pres">
      <dgm:prSet presAssocID="{A1E22B69-9D0F-463E-8D37-6B548C71818E}" presName="Name17" presStyleLbl="parChTrans1D3" presStyleIdx="18" presStyleCnt="21"/>
      <dgm:spPr/>
    </dgm:pt>
    <dgm:pt modelId="{5A69DF31-3C4C-47F0-8A4B-F946678997E1}" type="pres">
      <dgm:prSet presAssocID="{7172B773-709C-4D5B-8D05-96CA86F3D710}" presName="hierRoot3" presStyleCnt="0"/>
      <dgm:spPr/>
    </dgm:pt>
    <dgm:pt modelId="{707A70C8-C6F3-4A1B-8CD2-320C0C311DC9}" type="pres">
      <dgm:prSet presAssocID="{7172B773-709C-4D5B-8D05-96CA86F3D710}" presName="composite3" presStyleCnt="0"/>
      <dgm:spPr/>
    </dgm:pt>
    <dgm:pt modelId="{FC55056C-CE53-4989-8D84-D340E611264F}" type="pres">
      <dgm:prSet presAssocID="{7172B773-709C-4D5B-8D05-96CA86F3D710}" presName="background3" presStyleLbl="node3" presStyleIdx="18" presStyleCnt="21"/>
      <dgm:spPr/>
    </dgm:pt>
    <dgm:pt modelId="{0A015442-3965-4653-AA56-CAA7EC4B7FB1}" type="pres">
      <dgm:prSet presAssocID="{7172B773-709C-4D5B-8D05-96CA86F3D710}" presName="text3" presStyleLbl="fgAcc3" presStyleIdx="18" presStyleCnt="21">
        <dgm:presLayoutVars>
          <dgm:chPref val="3"/>
        </dgm:presLayoutVars>
      </dgm:prSet>
      <dgm:spPr/>
    </dgm:pt>
    <dgm:pt modelId="{0C35842A-324A-4D94-9618-1984B93C4F7A}" type="pres">
      <dgm:prSet presAssocID="{7172B773-709C-4D5B-8D05-96CA86F3D710}" presName="hierChild4" presStyleCnt="0"/>
      <dgm:spPr/>
    </dgm:pt>
    <dgm:pt modelId="{1BEAD9D2-E213-4A3D-B9F0-C7818E90A25F}" type="pres">
      <dgm:prSet presAssocID="{D48DA3EB-08FC-4B2C-A0FB-432C08749449}" presName="Name17" presStyleLbl="parChTrans1D3" presStyleIdx="19" presStyleCnt="21"/>
      <dgm:spPr/>
    </dgm:pt>
    <dgm:pt modelId="{313A1B71-3A4B-465D-8501-91878DEEF4AF}" type="pres">
      <dgm:prSet presAssocID="{860B792F-345F-471F-9A30-E1C5F9900B0C}" presName="hierRoot3" presStyleCnt="0"/>
      <dgm:spPr/>
    </dgm:pt>
    <dgm:pt modelId="{A9B855BF-E245-4EA1-83B5-6C3D434D822D}" type="pres">
      <dgm:prSet presAssocID="{860B792F-345F-471F-9A30-E1C5F9900B0C}" presName="composite3" presStyleCnt="0"/>
      <dgm:spPr/>
    </dgm:pt>
    <dgm:pt modelId="{236DA68A-7873-4458-B3AB-6FE7585371E8}" type="pres">
      <dgm:prSet presAssocID="{860B792F-345F-471F-9A30-E1C5F9900B0C}" presName="background3" presStyleLbl="node3" presStyleIdx="19" presStyleCnt="21"/>
      <dgm:spPr/>
    </dgm:pt>
    <dgm:pt modelId="{F69A73B9-78F8-4C04-A5AA-FE3AB67F7D8D}" type="pres">
      <dgm:prSet presAssocID="{860B792F-345F-471F-9A30-E1C5F9900B0C}" presName="text3" presStyleLbl="fgAcc3" presStyleIdx="19" presStyleCnt="21">
        <dgm:presLayoutVars>
          <dgm:chPref val="3"/>
        </dgm:presLayoutVars>
      </dgm:prSet>
      <dgm:spPr/>
    </dgm:pt>
    <dgm:pt modelId="{D06BEE81-F2FA-4EEC-A736-257D0EF7D4AD}" type="pres">
      <dgm:prSet presAssocID="{860B792F-345F-471F-9A30-E1C5F9900B0C}" presName="hierChild4" presStyleCnt="0"/>
      <dgm:spPr/>
    </dgm:pt>
    <dgm:pt modelId="{D77319CE-145C-441D-AE9A-2AD9718D12C9}" type="pres">
      <dgm:prSet presAssocID="{72E471B0-3567-493F-BBB9-5A2309637279}" presName="Name17" presStyleLbl="parChTrans1D3" presStyleIdx="20" presStyleCnt="21"/>
      <dgm:spPr/>
    </dgm:pt>
    <dgm:pt modelId="{D1589029-D673-410B-B323-B3D34894DCB1}" type="pres">
      <dgm:prSet presAssocID="{9AA3A445-6FC0-4B50-A398-B76E7592A926}" presName="hierRoot3" presStyleCnt="0"/>
      <dgm:spPr/>
    </dgm:pt>
    <dgm:pt modelId="{D480B1A3-763C-4466-A633-48076BC66619}" type="pres">
      <dgm:prSet presAssocID="{9AA3A445-6FC0-4B50-A398-B76E7592A926}" presName="composite3" presStyleCnt="0"/>
      <dgm:spPr/>
    </dgm:pt>
    <dgm:pt modelId="{A781D48C-1D3B-4A18-9630-D70BB3EFD156}" type="pres">
      <dgm:prSet presAssocID="{9AA3A445-6FC0-4B50-A398-B76E7592A926}" presName="background3" presStyleLbl="node3" presStyleIdx="20" presStyleCnt="21"/>
      <dgm:spPr/>
    </dgm:pt>
    <dgm:pt modelId="{5AFAF596-D06E-4D72-BEC0-B0020E3E6616}" type="pres">
      <dgm:prSet presAssocID="{9AA3A445-6FC0-4B50-A398-B76E7592A926}" presName="text3" presStyleLbl="fgAcc3" presStyleIdx="20" presStyleCnt="21">
        <dgm:presLayoutVars>
          <dgm:chPref val="3"/>
        </dgm:presLayoutVars>
      </dgm:prSet>
      <dgm:spPr/>
    </dgm:pt>
    <dgm:pt modelId="{2EC056AD-BB8E-4DE2-BEE3-F2B13AA93C89}" type="pres">
      <dgm:prSet presAssocID="{9AA3A445-6FC0-4B50-A398-B76E7592A926}" presName="hierChild4" presStyleCnt="0"/>
      <dgm:spPr/>
    </dgm:pt>
  </dgm:ptLst>
  <dgm:cxnLst>
    <dgm:cxn modelId="{534EB201-FEDB-4224-8D42-8058D77CFC80}" type="presOf" srcId="{782A12A8-21B9-4701-838F-DDA4488286E6}" destId="{2D37D3C2-DEB6-4B29-A803-FF396B2876E2}" srcOrd="0" destOrd="0" presId="urn:microsoft.com/office/officeart/2005/8/layout/hierarchy1"/>
    <dgm:cxn modelId="{40DC1002-C226-4193-923F-D2A038F6B611}" type="presOf" srcId="{DE203C6B-9AAF-4844-A090-3AFEE0F30BFA}" destId="{9EA3BB90-6C64-44DB-A348-9097F5DB2D7D}" srcOrd="0" destOrd="0" presId="urn:microsoft.com/office/officeart/2005/8/layout/hierarchy1"/>
    <dgm:cxn modelId="{6CB97603-8472-40F5-A445-C562DCF33551}" srcId="{6AE208B1-2B12-4547-B351-BE68CA0A77B1}" destId="{C0AB329D-F14D-476B-9D51-99164C4BBBD7}" srcOrd="2" destOrd="0" parTransId="{782A12A8-21B9-4701-838F-DDA4488286E6}" sibTransId="{112F9919-29E4-4AD7-8DA3-F0CAA12C6750}"/>
    <dgm:cxn modelId="{5C8FEB04-F8ED-4560-968F-AE38718CEF85}" type="presOf" srcId="{EEC48039-0ECC-4C46-B031-FFB15852F265}" destId="{B70D198F-123B-42D8-86E2-06D1A0485F9D}" srcOrd="0" destOrd="0" presId="urn:microsoft.com/office/officeart/2005/8/layout/hierarchy1"/>
    <dgm:cxn modelId="{88C9FA08-8683-4A7E-8B1D-BF66A614790C}" srcId="{EEC48039-0ECC-4C46-B031-FFB15852F265}" destId="{4E70F2CE-E916-4E0F-BE44-19AFCD019626}" srcOrd="0" destOrd="0" parTransId="{DE203C6B-9AAF-4844-A090-3AFEE0F30BFA}" sibTransId="{B9C805D4-8F0F-4ABF-856A-FAA474FF3E42}"/>
    <dgm:cxn modelId="{F4974309-C840-430C-834E-A5BAF33A1A69}" srcId="{A4B0A566-DA4E-4B4B-8E98-BB54C0B0DA18}" destId="{2AD22A32-1C7D-4022-AFDF-D5959ED1FE06}" srcOrd="1" destOrd="0" parTransId="{98DDB3AA-B8D0-456F-BB6D-347490F53DBD}" sibTransId="{7F47C3C1-3D8B-40C1-B529-DCD6F9E4C336}"/>
    <dgm:cxn modelId="{B2747509-CAF8-4C2B-B3FC-6A729618BF0B}" type="presOf" srcId="{9984A9D3-8893-44B7-943F-75F6D66BD910}" destId="{0F93AC30-F5E0-40DC-A3E9-2B993CBD00DE}" srcOrd="0" destOrd="0" presId="urn:microsoft.com/office/officeart/2005/8/layout/hierarchy1"/>
    <dgm:cxn modelId="{343AA709-4ED1-4D68-825A-03DF38BE67A2}" type="presOf" srcId="{BECE037B-892D-4C87-B207-7091793FFE6F}" destId="{6260AD9D-3B05-4BF8-BBF0-541A01BCB2D5}" srcOrd="0" destOrd="0" presId="urn:microsoft.com/office/officeart/2005/8/layout/hierarchy1"/>
    <dgm:cxn modelId="{C506EE0A-FC7D-408D-A10F-73BF55FF5AE6}" type="presOf" srcId="{F0DFA19F-CFB2-4860-AA85-153B8B374452}" destId="{12F3B8BB-C3B0-41FD-AC3A-21C8C6F72785}" srcOrd="0" destOrd="0" presId="urn:microsoft.com/office/officeart/2005/8/layout/hierarchy1"/>
    <dgm:cxn modelId="{B4BCF60E-AC83-4EB8-A383-49FD5E22D2C2}" srcId="{6F3114C4-223C-4541-83F9-9A1C85FC5650}" destId="{5BD3FFE6-1884-44A8-9491-CEE2E410A435}" srcOrd="2" destOrd="0" parTransId="{F026DFCC-0F77-4389-AF1F-CC13533BA518}" sibTransId="{8256AD5F-5CD8-4BA3-860B-783BBF4548BC}"/>
    <dgm:cxn modelId="{9F49C50F-F9FA-4437-B8C2-D324DB56D71F}" type="presOf" srcId="{A5CD78F9-FA9B-4D86-8DE7-14D2584EA9E5}" destId="{CA59F086-55A3-4727-9524-B20BFE069BCD}" srcOrd="0" destOrd="0" presId="urn:microsoft.com/office/officeart/2005/8/layout/hierarchy1"/>
    <dgm:cxn modelId="{DBDF3110-4E30-4C1F-9936-61991F6191F0}" type="presOf" srcId="{D48DA3EB-08FC-4B2C-A0FB-432C08749449}" destId="{1BEAD9D2-E213-4A3D-B9F0-C7818E90A25F}" srcOrd="0" destOrd="0" presId="urn:microsoft.com/office/officeart/2005/8/layout/hierarchy1"/>
    <dgm:cxn modelId="{C4400116-5078-45F9-B2F4-222B97EC6ED5}" srcId="{C0A60AE9-1B87-4873-848B-9E5FD0EC9C6E}" destId="{FFC90C50-2CAF-4ED4-A06F-849A0AC224B2}" srcOrd="0" destOrd="0" parTransId="{CDA4E613-772D-499D-8F1E-FF7D30FD3558}" sibTransId="{7452C98B-CE0C-4D83-8DE0-1675C2CEF98C}"/>
    <dgm:cxn modelId="{B7817D17-4147-4058-882B-B4EF316E15DC}" srcId="{5B9CC11F-3560-4951-9A67-7800CE6DEB0E}" destId="{9AA3A445-6FC0-4B50-A398-B76E7592A926}" srcOrd="2" destOrd="0" parTransId="{72E471B0-3567-493F-BBB9-5A2309637279}" sibTransId="{51E1045D-5D56-4AB0-A9D6-D0187D5B224F}"/>
    <dgm:cxn modelId="{6C74E017-7FB9-47F8-86EE-BE647C055E32}" srcId="{65E4ED7C-A6BD-4648-A4DA-9EB982B27DE6}" destId="{BECE037B-892D-4C87-B207-7091793FFE6F}" srcOrd="0" destOrd="0" parTransId="{59CA9BC1-7958-4F67-9F43-57DE1804FDA6}" sibTransId="{B969F5FD-AFC8-45A4-B01F-1F6345C7D1C5}"/>
    <dgm:cxn modelId="{3276DE1C-2756-4D73-BD98-F8F620D7607B}" type="presOf" srcId="{543B998B-BA4E-49B3-91F6-0E69088C6F62}" destId="{83449646-B0C7-4253-A142-453B578F84F7}" srcOrd="0" destOrd="0" presId="urn:microsoft.com/office/officeart/2005/8/layout/hierarchy1"/>
    <dgm:cxn modelId="{95A3BB1D-5DA5-4224-9A35-F6300FE87270}" type="presOf" srcId="{FFC90C50-2CAF-4ED4-A06F-849A0AC224B2}" destId="{B9E8C46E-6970-4EFC-A41E-C5393E5716E2}" srcOrd="0" destOrd="0" presId="urn:microsoft.com/office/officeart/2005/8/layout/hierarchy1"/>
    <dgm:cxn modelId="{1C9C5F21-DF30-4E7E-9441-4305F25A84D6}" srcId="{5A932A7E-FB3E-4380-9CEE-69CF7DCBFDC0}" destId="{1B98F432-1907-4351-8908-FE5CEE924AA9}" srcOrd="2" destOrd="0" parTransId="{93B66431-E73A-4578-B97E-7932F301CEA4}" sibTransId="{923885B6-7CBC-47D0-AA3C-F6C0AB564949}"/>
    <dgm:cxn modelId="{17F2D822-A497-4AC4-AD59-D13EE9436F06}" type="presOf" srcId="{5D7A9317-EC5C-4E9F-B72F-2A994121BCF5}" destId="{1C2D061F-FBA8-4484-98B6-2E5D25632B0A}" srcOrd="0" destOrd="0" presId="urn:microsoft.com/office/officeart/2005/8/layout/hierarchy1"/>
    <dgm:cxn modelId="{ADD1DB23-AB4D-49DD-950D-B695EC8F8EC5}" type="presOf" srcId="{0F00A1C1-C209-4DCD-B4E6-715322FE3F9E}" destId="{C368C471-170E-4C5A-A187-767B9CE00E85}" srcOrd="0" destOrd="0" presId="urn:microsoft.com/office/officeart/2005/8/layout/hierarchy1"/>
    <dgm:cxn modelId="{7FABE325-E319-45A6-87D2-8F36767ACCE0}" type="presOf" srcId="{65E4ED7C-A6BD-4648-A4DA-9EB982B27DE6}" destId="{D133BA0B-669C-463C-ABDC-84AA52EC77BB}" srcOrd="0" destOrd="0" presId="urn:microsoft.com/office/officeart/2005/8/layout/hierarchy1"/>
    <dgm:cxn modelId="{FF96E426-4E4C-43AC-9FC7-4FA15C7B4C0A}" type="presOf" srcId="{7851C3DD-ACAC-42A4-BA4A-A8209B403AFB}" destId="{43BC0314-8499-4F5B-9299-4F2825D32EC2}" srcOrd="0" destOrd="0" presId="urn:microsoft.com/office/officeart/2005/8/layout/hierarchy1"/>
    <dgm:cxn modelId="{5782B12A-6EB2-4000-9CB4-3543F66AA6E5}" type="presOf" srcId="{CDA4E613-772D-499D-8F1E-FF7D30FD3558}" destId="{9CF6D31D-8584-4FE5-98C9-621F51DFC092}" srcOrd="0" destOrd="0" presId="urn:microsoft.com/office/officeart/2005/8/layout/hierarchy1"/>
    <dgm:cxn modelId="{96F5232F-4DDD-4ADD-9AAD-AC37833B26C4}" type="presOf" srcId="{E49605EE-C2DA-46C8-B971-71CDD03979B2}" destId="{3EBEACF8-B4F7-4979-A107-4F7BA3F09BE7}" srcOrd="0" destOrd="0" presId="urn:microsoft.com/office/officeart/2005/8/layout/hierarchy1"/>
    <dgm:cxn modelId="{5FF28F30-5351-47EB-ADAC-D459FC7FB57D}" srcId="{C0B61EB4-C097-4964-8122-3C1FB472CD0B}" destId="{6F3114C4-223C-4541-83F9-9A1C85FC5650}" srcOrd="0" destOrd="0" parTransId="{1BEFC1B7-5B35-4DD8-AB41-C42D4FCCCE2A}" sibTransId="{AD19588C-5121-4A4F-89AE-0CE39CA612F7}"/>
    <dgm:cxn modelId="{91FBBB36-30BC-476F-A72E-0989DD5E01B6}" srcId="{6F3114C4-223C-4541-83F9-9A1C85FC5650}" destId="{888ECFA9-1FD3-464D-9EEA-CFA5D99698B1}" srcOrd="1" destOrd="0" parTransId="{D185D1CD-13EA-48D7-B3AB-13576806ABE4}" sibTransId="{35999B3E-FBBF-4DAE-A98B-4115C71AA2BE}"/>
    <dgm:cxn modelId="{C5C80C3C-16D2-409A-8ED9-DF79B95EB2C1}" type="presOf" srcId="{888ECFA9-1FD3-464D-9EEA-CFA5D99698B1}" destId="{B5C9EAA0-346F-4664-8696-506DB85C5295}" srcOrd="0" destOrd="0" presId="urn:microsoft.com/office/officeart/2005/8/layout/hierarchy1"/>
    <dgm:cxn modelId="{21EB633F-DA0F-46F6-87B9-80324A544D88}" srcId="{7091FBFF-27F9-49DE-90B6-8E63B06C0B5B}" destId="{F2259ACD-92A3-4024-B8B6-2FAFC24FDC54}" srcOrd="0" destOrd="0" parTransId="{2EF8A5C5-59B5-48CA-83C4-D945F605DFB6}" sibTransId="{8DCE2A70-9D0E-4421-A9B1-F975FC858E65}"/>
    <dgm:cxn modelId="{FFFB5C40-41BA-4F9A-89F4-1971BA72F621}" srcId="{5A932A7E-FB3E-4380-9CEE-69CF7DCBFDC0}" destId="{5CC65992-FFBD-4E43-B79F-5D59AC9351B7}" srcOrd="0" destOrd="0" parTransId="{2A7DFB77-CB36-4E52-BA10-2791F8D340E1}" sibTransId="{7D343902-6CD5-4D64-8174-1AA4921B7575}"/>
    <dgm:cxn modelId="{0D5FA15B-04B1-4570-A9B0-824C6380E6CB}" type="presOf" srcId="{F4CE22E1-1E10-4F31-A7C7-AB72865A2E04}" destId="{75915D58-D2CB-4128-A688-FA285D9F607F}" srcOrd="0" destOrd="0" presId="urn:microsoft.com/office/officeart/2005/8/layout/hierarchy1"/>
    <dgm:cxn modelId="{431F6E5F-4F9A-4162-AB6F-69F380FA68CF}" type="presOf" srcId="{F026DFCC-0F77-4389-AF1F-CC13533BA518}" destId="{FE9FA45C-8F7F-47B1-AB22-ACA8B25FE537}" srcOrd="0" destOrd="0" presId="urn:microsoft.com/office/officeart/2005/8/layout/hierarchy1"/>
    <dgm:cxn modelId="{F5681D41-E7A8-41D0-95A8-AB84ACB69090}" srcId="{5A932A7E-FB3E-4380-9CEE-69CF7DCBFDC0}" destId="{6FC0C474-F7BC-494F-92CB-F61B13EE4BAB}" srcOrd="1" destOrd="0" parTransId="{7EB67C2D-D37C-4370-83FA-DD93C5C2D2C3}" sibTransId="{37648416-2955-418C-ADF4-0A7B527D1871}"/>
    <dgm:cxn modelId="{250D9F41-F03B-4F40-83FF-6E7BEAC41AD3}" type="presOf" srcId="{E5E9162D-AE21-42A2-8401-F5CAD82B247C}" destId="{29640217-2894-4F3C-9C53-C178A6DD1FED}" srcOrd="0" destOrd="0" presId="urn:microsoft.com/office/officeart/2005/8/layout/hierarchy1"/>
    <dgm:cxn modelId="{CF80E461-EA8E-4C49-91B2-8B238ACD3EA7}" type="presOf" srcId="{7091FBFF-27F9-49DE-90B6-8E63B06C0B5B}" destId="{A63ED0B4-36EE-4B4E-8C0B-A1C1E126CE4A}" srcOrd="0" destOrd="0" presId="urn:microsoft.com/office/officeart/2005/8/layout/hierarchy1"/>
    <dgm:cxn modelId="{6DC62D42-113C-4248-9019-D048355212DC}" srcId="{36D539F4-71FD-4FDB-8CB1-D9D5209AD304}" destId="{91C87E52-E8D5-4BD0-8E2C-64B98E8C1247}" srcOrd="1" destOrd="0" parTransId="{543B998B-BA4E-49B3-91F6-0E69088C6F62}" sibTransId="{789817EE-21A2-407D-8CF8-635F164C0E02}"/>
    <dgm:cxn modelId="{9338E062-7616-4507-AFD7-77FAD41D86DD}" type="presOf" srcId="{6F3114C4-223C-4541-83F9-9A1C85FC5650}" destId="{BF7B2B11-ABAC-46A3-AA8B-A4BF52B09B56}" srcOrd="0" destOrd="0" presId="urn:microsoft.com/office/officeart/2005/8/layout/hierarchy1"/>
    <dgm:cxn modelId="{6F09E463-048E-4375-9507-2512C135DFF8}" type="presOf" srcId="{570C4A25-1965-4D83-9A2A-81F9DFC5CA8A}" destId="{DF47A353-29A7-46E8-98D1-651E473CA598}" srcOrd="0" destOrd="0" presId="urn:microsoft.com/office/officeart/2005/8/layout/hierarchy1"/>
    <dgm:cxn modelId="{23E6AD66-DA88-42D1-BADA-C9F453787D28}" type="presOf" srcId="{1CF1AB6D-CA63-47F2-9881-2C24CA00F13F}" destId="{BC04B770-4D2C-4D55-8218-8A9EAA31F036}" srcOrd="0" destOrd="0" presId="urn:microsoft.com/office/officeart/2005/8/layout/hierarchy1"/>
    <dgm:cxn modelId="{EDBCF546-7212-47E2-B3A7-C45E8BD0A360}" type="presOf" srcId="{2EF8A5C5-59B5-48CA-83C4-D945F605DFB6}" destId="{D158ED6D-0178-4636-9EB2-7FB300831633}" srcOrd="0" destOrd="0" presId="urn:microsoft.com/office/officeart/2005/8/layout/hierarchy1"/>
    <dgm:cxn modelId="{42804B48-1222-4368-9679-1930EDB001C9}" type="presOf" srcId="{E146A346-0D69-4777-B6BC-C0346ACE52D9}" destId="{E8D0D4B3-F244-416E-A430-3284A9EA4FF6}" srcOrd="0" destOrd="0" presId="urn:microsoft.com/office/officeart/2005/8/layout/hierarchy1"/>
    <dgm:cxn modelId="{E6E8CE49-5D16-4D8F-B096-408B400C85D1}" type="presOf" srcId="{7EB67C2D-D37C-4370-83FA-DD93C5C2D2C3}" destId="{5A12D279-D587-4BD0-A23C-9761C2E4289A}" srcOrd="0" destOrd="0" presId="urn:microsoft.com/office/officeart/2005/8/layout/hierarchy1"/>
    <dgm:cxn modelId="{EB04186A-0F7A-4331-81D3-9EA574F472CC}" srcId="{6AE208B1-2B12-4547-B351-BE68CA0A77B1}" destId="{F4CE22E1-1E10-4F31-A7C7-AB72865A2E04}" srcOrd="1" destOrd="0" parTransId="{93910189-BC4A-42FD-9CA2-3DD7664487C9}" sibTransId="{F2ED2B3D-9106-4B45-BD25-DEFFF944B2D7}"/>
    <dgm:cxn modelId="{99BF444A-C793-4F1E-9162-0A738BA7881E}" type="presOf" srcId="{5F916158-68A2-46DF-A38C-C02772A55F95}" destId="{9FCC0FA9-D06B-4CEC-BDF2-E81CC9A3B24D}" srcOrd="0" destOrd="0" presId="urn:microsoft.com/office/officeart/2005/8/layout/hierarchy1"/>
    <dgm:cxn modelId="{BD1A974D-2785-4633-A0FA-4926532370A7}" srcId="{A4B0A566-DA4E-4B4B-8E98-BB54C0B0DA18}" destId="{E5329209-B449-469F-A049-D8834C4F5B0B}" srcOrd="0" destOrd="0" parTransId="{BF8AC7BE-60D2-44A9-B876-B1D43071EBEF}" sibTransId="{8B3DA5F6-7862-439A-B544-A2B821778545}"/>
    <dgm:cxn modelId="{36F70F6E-3196-41F7-AFA7-940EF1927975}" type="presOf" srcId="{A016C474-10A3-463F-8A53-986E1B301199}" destId="{33E77769-191A-48AB-9FB9-ECBEB10D2568}" srcOrd="0" destOrd="0" presId="urn:microsoft.com/office/officeart/2005/8/layout/hierarchy1"/>
    <dgm:cxn modelId="{90083A6E-F10C-48DA-89F3-67ED9129D149}" type="presOf" srcId="{8C2EEF29-911E-4984-8516-FF3F777FCDC1}" destId="{79359494-2240-4E07-BF52-39EBFB7DDD1B}" srcOrd="0" destOrd="0" presId="urn:microsoft.com/office/officeart/2005/8/layout/hierarchy1"/>
    <dgm:cxn modelId="{A294484E-8D21-4F38-9D1F-A9265C4A4BD8}" srcId="{BECE037B-892D-4C87-B207-7091793FFE6F}" destId="{5B9CC11F-3560-4951-9A67-7800CE6DEB0E}" srcOrd="6" destOrd="0" parTransId="{0A23C00D-8EB8-446B-ABBA-1247D4A06EFA}" sibTransId="{911E23F5-8C63-4DC2-82B2-8FDC5462B3F1}"/>
    <dgm:cxn modelId="{51E0AD6F-90C7-4DAE-96E4-925B5CA92762}" srcId="{4E70F2CE-E916-4E0F-BE44-19AFCD019626}" destId="{3DB545B9-8787-4BE4-8F75-4B30BE33D57E}" srcOrd="0" destOrd="0" parTransId="{72324101-AEE8-45C3-9786-E1368F4AF639}" sibTransId="{C51CBE56-7921-4D3E-BDE3-5C30DF489D3A}"/>
    <dgm:cxn modelId="{FA9F3850-797F-428F-B931-B07B233658E1}" type="presOf" srcId="{36D539F4-71FD-4FDB-8CB1-D9D5209AD304}" destId="{CB7FD0EA-D791-4C70-9268-D49C7EF4CD61}" srcOrd="0" destOrd="0" presId="urn:microsoft.com/office/officeart/2005/8/layout/hierarchy1"/>
    <dgm:cxn modelId="{91357070-F281-4707-BF92-86716CBA0DE8}" type="presOf" srcId="{BF8AC7BE-60D2-44A9-B876-B1D43071EBEF}" destId="{7529A8A2-EB1A-4A57-9D15-C1B5E816030E}" srcOrd="0" destOrd="0" presId="urn:microsoft.com/office/officeart/2005/8/layout/hierarchy1"/>
    <dgm:cxn modelId="{97AE9170-7D20-4CB1-B96A-D34CF6E20F94}" type="presOf" srcId="{D185D1CD-13EA-48D7-B3AB-13576806ABE4}" destId="{886A1C71-7B3E-4764-BD2F-95080222C0FA}" srcOrd="0" destOrd="0" presId="urn:microsoft.com/office/officeart/2005/8/layout/hierarchy1"/>
    <dgm:cxn modelId="{BDE40051-8C06-4775-8CF1-8C67435644FF}" srcId="{6AE208B1-2B12-4547-B351-BE68CA0A77B1}" destId="{26643825-0A41-4ECB-B2AD-CA0BB1880EA5}" srcOrd="0" destOrd="0" parTransId="{8C826CC3-17BC-4ECD-804A-B027E7E9445D}" sibTransId="{17E51467-CFCD-4A1E-B4FB-78F4736F2AB0}"/>
    <dgm:cxn modelId="{F9830151-2A8B-45A5-A605-EA1FAFC8FF4F}" type="presOf" srcId="{3BD272F5-4D1E-4348-ACEC-84E9CD8CBCF4}" destId="{116DE98C-CD2C-4F85-BC20-AB3E36EB6101}" srcOrd="0" destOrd="0" presId="urn:microsoft.com/office/officeart/2005/8/layout/hierarchy1"/>
    <dgm:cxn modelId="{B3164371-569F-44EA-B8A7-81B1412ED0E9}" srcId="{C0B61EB4-C097-4964-8122-3C1FB472CD0B}" destId="{EEC48039-0ECC-4C46-B031-FFB15852F265}" srcOrd="1" destOrd="0" parTransId="{B4A68993-3704-4C88-B033-C7C63DD98D4E}" sibTransId="{7A147098-CD02-4C2E-881A-5BD88972FC20}"/>
    <dgm:cxn modelId="{3705E072-3046-478C-90BC-F03C6042F93B}" srcId="{BECE037B-892D-4C87-B207-7091793FFE6F}" destId="{5A932A7E-FB3E-4380-9CEE-69CF7DCBFDC0}" srcOrd="3" destOrd="0" parTransId="{7851C3DD-ACAC-42A4-BA4A-A8209B403AFB}" sibTransId="{432AE30B-A964-4148-A841-90C0868F0BC5}"/>
    <dgm:cxn modelId="{11906574-CC15-411D-9F62-EA07ED956812}" type="presOf" srcId="{D7869BB8-A18B-4F51-941E-EA2281AC8627}" destId="{29DA1C64-45B4-4B42-9FA2-5560A5E3AF3F}" srcOrd="0" destOrd="0" presId="urn:microsoft.com/office/officeart/2005/8/layout/hierarchy1"/>
    <dgm:cxn modelId="{17275755-AA25-4224-96FE-E479EC46145E}" type="presOf" srcId="{A7601D3B-5AC6-4F11-81C5-F0BB4169D199}" destId="{3861461C-17AD-4BD2-9037-0C6DB5642542}" srcOrd="0" destOrd="0" presId="urn:microsoft.com/office/officeart/2005/8/layout/hierarchy1"/>
    <dgm:cxn modelId="{15BCB075-3388-4B20-8CB3-677FF5B83782}" srcId="{1CF1AB6D-CA63-47F2-9881-2C24CA00F13F}" destId="{F9489F5D-8FD8-41EB-B4F7-F64618A3ACF0}" srcOrd="0" destOrd="0" parTransId="{441A3669-CF78-4CD8-B7BA-84D290FD1E86}" sibTransId="{3B29825D-41FF-4BA8-930E-1F50336FBDD9}"/>
    <dgm:cxn modelId="{959A3B56-34D4-46E5-80CF-8B6DA8644BA1}" srcId="{FFC90C50-2CAF-4ED4-A06F-849A0AC224B2}" destId="{D5D26BA4-ED2F-468A-AB1C-0AAF956002CF}" srcOrd="0" destOrd="0" parTransId="{7D3E2B60-2FE2-4321-AB07-214D3E2438A8}" sibTransId="{A8B2EF82-5F2D-4E05-8A4E-437637254914}"/>
    <dgm:cxn modelId="{A54ADE78-B70F-42AB-B545-55DD0E0A9B40}" srcId="{BECE037B-892D-4C87-B207-7091793FFE6F}" destId="{7091FBFF-27F9-49DE-90B6-8E63B06C0B5B}" srcOrd="1" destOrd="0" parTransId="{5D7A9317-EC5C-4E9F-B72F-2A994121BCF5}" sibTransId="{104EA070-6641-49EE-8047-FAED54D117B0}"/>
    <dgm:cxn modelId="{1FFEEC58-97A1-49CF-A7C5-A73DE7AD9CF2}" type="presOf" srcId="{A4B0A566-DA4E-4B4B-8E98-BB54C0B0DA18}" destId="{0D087963-9D55-4D64-AD4E-3E7D6153E8B0}" srcOrd="0" destOrd="0" presId="urn:microsoft.com/office/officeart/2005/8/layout/hierarchy1"/>
    <dgm:cxn modelId="{7AA50659-AE85-4C4B-AAE7-25EF8E265C76}" type="presOf" srcId="{3DB545B9-8787-4BE4-8F75-4B30BE33D57E}" destId="{40957890-8083-4739-AF56-FB60D8095E7A}" srcOrd="0" destOrd="0" presId="urn:microsoft.com/office/officeart/2005/8/layout/hierarchy1"/>
    <dgm:cxn modelId="{59872A59-C612-4C38-9066-E3218576569C}" srcId="{7091FBFF-27F9-49DE-90B6-8E63B06C0B5B}" destId="{DBB1EB57-EBAE-4E28-8727-8C9FF5BBFA34}" srcOrd="2" destOrd="0" parTransId="{A7601D3B-5AC6-4F11-81C5-F0BB4169D199}" sibTransId="{D313A19D-70F9-411B-8AC9-0461F3DB05C7}"/>
    <dgm:cxn modelId="{D0674459-A2AA-4B43-B903-AA91E3C4CFDF}" srcId="{36D539F4-71FD-4FDB-8CB1-D9D5209AD304}" destId="{AFB2D616-6873-42A9-A4A3-29C59F0AC8F6}" srcOrd="2" destOrd="0" parTransId="{EF1D7C80-3625-4C35-94E7-78F0CF2F8CEC}" sibTransId="{9E190D66-8C8D-46DB-9F56-2E51EC702848}"/>
    <dgm:cxn modelId="{C5B0CB7A-3777-4828-8696-A04B2F7337D4}" srcId="{BECE037B-892D-4C87-B207-7091793FFE6F}" destId="{6AE208B1-2B12-4547-B351-BE68CA0A77B1}" srcOrd="4" destOrd="0" parTransId="{FF3482D3-FD0F-4B8B-A611-D175F95DD65F}" sibTransId="{5CAA4BDC-29E9-4820-9184-8D1A244DFF69}"/>
    <dgm:cxn modelId="{A9D11B7B-CE34-4A23-A3EB-87F9D7727E91}" type="presOf" srcId="{6FC0C474-F7BC-494F-92CB-F61B13EE4BAB}" destId="{2B57578F-263D-49DF-9EF6-AED7978B1DB2}" srcOrd="0" destOrd="0" presId="urn:microsoft.com/office/officeart/2005/8/layout/hierarchy1"/>
    <dgm:cxn modelId="{CAE1077E-35CB-4D7F-8EC1-BD4C8233CE4E}" type="presOf" srcId="{EF1D7C80-3625-4C35-94E7-78F0CF2F8CEC}" destId="{C57B4AD9-8744-4339-BFBC-F35DC1DE14C9}" srcOrd="0" destOrd="0" presId="urn:microsoft.com/office/officeart/2005/8/layout/hierarchy1"/>
    <dgm:cxn modelId="{18C9767E-7E4E-4321-BD7C-49F9FD572A25}" type="presOf" srcId="{E5329209-B449-469F-A049-D8834C4F5B0B}" destId="{F04534EA-F1E2-4711-9AC4-4346126598D3}" srcOrd="0" destOrd="0" presId="urn:microsoft.com/office/officeart/2005/8/layout/hierarchy1"/>
    <dgm:cxn modelId="{C9223B7F-0D19-48A6-B100-CB0A71E554A1}" srcId="{C0B61EB4-C097-4964-8122-3C1FB472CD0B}" destId="{1CF1AB6D-CA63-47F2-9881-2C24CA00F13F}" srcOrd="2" destOrd="0" parTransId="{70156374-66B2-4E27-A6F1-8C34FABF4DB0}" sibTransId="{680FB4BD-6E1F-4E88-9C5F-C6F6B61A8809}"/>
    <dgm:cxn modelId="{8A25B382-AB11-4982-B249-0FD34ED259F5}" srcId="{BECE037B-892D-4C87-B207-7091793FFE6F}" destId="{36D539F4-71FD-4FDB-8CB1-D9D5209AD304}" srcOrd="5" destOrd="0" parTransId="{46F04025-8131-4A67-9916-FB8F7520F11B}" sibTransId="{2E9DF249-3D7D-4FA5-BF2A-FF8920442847}"/>
    <dgm:cxn modelId="{53B99584-971E-4CAB-BFBC-03F09F4FB04A}" type="presOf" srcId="{26643825-0A41-4ECB-B2AD-CA0BB1880EA5}" destId="{D74CD0C6-5FA8-445F-80CE-AC2D5EF5367A}" srcOrd="0" destOrd="0" presId="urn:microsoft.com/office/officeart/2005/8/layout/hierarchy1"/>
    <dgm:cxn modelId="{A6CEFA84-5F7C-4D64-BCCC-8073AB074309}" type="presOf" srcId="{21702866-515E-4217-A0E0-4763E95A8AAC}" destId="{6F43D4E8-9D16-41E0-9A2F-37600FA078E3}" srcOrd="0" destOrd="0" presId="urn:microsoft.com/office/officeart/2005/8/layout/hierarchy1"/>
    <dgm:cxn modelId="{B62B5585-B962-4402-94B7-B33D5C742637}" type="presOf" srcId="{5CC65992-FFBD-4E43-B79F-5D59AC9351B7}" destId="{F47093E0-D3C2-44CE-8822-908EFD7B2871}" srcOrd="0" destOrd="0" presId="urn:microsoft.com/office/officeart/2005/8/layout/hierarchy1"/>
    <dgm:cxn modelId="{F114D68A-0AA2-441B-82B8-3DABB4019D62}" type="presOf" srcId="{C7559D5A-2D2F-498A-8071-F182B7826385}" destId="{6DA1A1C6-56AA-4646-867A-F76AA3AB89AD}" srcOrd="0" destOrd="0" presId="urn:microsoft.com/office/officeart/2005/8/layout/hierarchy1"/>
    <dgm:cxn modelId="{AC65C390-ADB9-4EBD-A05D-5505774A20F7}" type="presOf" srcId="{AFB2D616-6873-42A9-A4A3-29C59F0AC8F6}" destId="{B97C90F6-3FD9-4118-B8EF-1CF6B894A28B}" srcOrd="0" destOrd="0" presId="urn:microsoft.com/office/officeart/2005/8/layout/hierarchy1"/>
    <dgm:cxn modelId="{2C0E6696-D587-4041-9FC9-0E5D71BADA1C}" type="presOf" srcId="{F1319F27-65E8-4FA5-A0BF-75DABA5149EB}" destId="{11170727-22C9-4D14-B7DD-7C42ACB1CD3B}" srcOrd="0" destOrd="0" presId="urn:microsoft.com/office/officeart/2005/8/layout/hierarchy1"/>
    <dgm:cxn modelId="{F5A82397-C96E-48CC-8A8C-CB247E746C0C}" type="presOf" srcId="{93B66431-E73A-4578-B97E-7932F301CEA4}" destId="{D78FC68E-6777-48AB-A41C-B2C69BBE3DEB}" srcOrd="0" destOrd="0" presId="urn:microsoft.com/office/officeart/2005/8/layout/hierarchy1"/>
    <dgm:cxn modelId="{192C3F9A-06DE-4E60-A453-6993C06B53B9}" type="presOf" srcId="{B4A68993-3704-4C88-B033-C7C63DD98D4E}" destId="{5182FBFC-B6ED-4F98-9A47-72F47FBA8476}" srcOrd="0" destOrd="0" presId="urn:microsoft.com/office/officeart/2005/8/layout/hierarchy1"/>
    <dgm:cxn modelId="{8C92939E-3353-4B0B-AE8F-A807DCA53CC0}" type="presOf" srcId="{C0AB329D-F14D-476B-9D51-99164C4BBBD7}" destId="{A1FCED01-B22F-42F6-841D-6DBCD494E87A}" srcOrd="0" destOrd="0" presId="urn:microsoft.com/office/officeart/2005/8/layout/hierarchy1"/>
    <dgm:cxn modelId="{505B08A1-1B98-4953-A9AA-9A734FDC50D8}" type="presOf" srcId="{2AD22A32-1C7D-4022-AFDF-D5959ED1FE06}" destId="{AC690CC8-5BD3-4911-A464-734849CD2EF0}" srcOrd="0" destOrd="0" presId="urn:microsoft.com/office/officeart/2005/8/layout/hierarchy1"/>
    <dgm:cxn modelId="{36E38EA2-CA83-4947-A0C5-B54A4FE0618B}" type="presOf" srcId="{98DDB3AA-B8D0-456F-BB6D-347490F53DBD}" destId="{F1FBE227-2069-419E-8863-09FA57AA4C4F}" srcOrd="0" destOrd="0" presId="urn:microsoft.com/office/officeart/2005/8/layout/hierarchy1"/>
    <dgm:cxn modelId="{D73124A3-A3CA-429E-9E23-278442F7B178}" type="presOf" srcId="{B1310040-6B50-4AC4-826D-50DC2F98DBCC}" destId="{01544279-939A-4DB4-A107-0F404C116819}" srcOrd="0" destOrd="0" presId="urn:microsoft.com/office/officeart/2005/8/layout/hierarchy1"/>
    <dgm:cxn modelId="{876CB9A3-E6FD-47F9-B487-ED9C01C830F2}" type="presOf" srcId="{72324101-AEE8-45C3-9786-E1368F4AF639}" destId="{558E1922-72AF-488B-AA2F-DA82FE24EC06}" srcOrd="0" destOrd="0" presId="urn:microsoft.com/office/officeart/2005/8/layout/hierarchy1"/>
    <dgm:cxn modelId="{9F7B57A5-BFA7-487E-A4C0-829B610C8C60}" type="presOf" srcId="{B5A42899-D766-42A4-8837-238C1F031541}" destId="{EA9430AF-383B-4F7A-AFFC-EC751FF92468}" srcOrd="0" destOrd="0" presId="urn:microsoft.com/office/officeart/2005/8/layout/hierarchy1"/>
    <dgm:cxn modelId="{2616D3A8-17B5-4E21-ACDF-4D6EA494CE6C}" type="presOf" srcId="{A1E22B69-9D0F-463E-8D37-6B548C71818E}" destId="{1014C523-CC78-4DF6-8267-2E05276E5882}" srcOrd="0" destOrd="0" presId="urn:microsoft.com/office/officeart/2005/8/layout/hierarchy1"/>
    <dgm:cxn modelId="{FC1E49A9-A841-415F-B891-4A16ECB778C9}" type="presOf" srcId="{7172B773-709C-4D5B-8D05-96CA86F3D710}" destId="{0A015442-3965-4653-AA56-CAA7EC4B7FB1}" srcOrd="0" destOrd="0" presId="urn:microsoft.com/office/officeart/2005/8/layout/hierarchy1"/>
    <dgm:cxn modelId="{461BC6AE-9B32-4860-9ED0-42C006058284}" type="presOf" srcId="{1BEFC1B7-5B35-4DD8-AB41-C42D4FCCCE2A}" destId="{1846C14A-DDE6-4663-BA56-DB7D9ABAE416}" srcOrd="0" destOrd="0" presId="urn:microsoft.com/office/officeart/2005/8/layout/hierarchy1"/>
    <dgm:cxn modelId="{6C47B7B2-93EB-4AAB-ACC8-C74D9A3DC7F2}" srcId="{BECE037B-892D-4C87-B207-7091793FFE6F}" destId="{A4B0A566-DA4E-4B4B-8E98-BB54C0B0DA18}" srcOrd="2" destOrd="0" parTransId="{570C4A25-1965-4D83-9A2A-81F9DFC5CA8A}" sibTransId="{BBF59F36-4F51-4A2E-9AAC-5567E6C2029F}"/>
    <dgm:cxn modelId="{C6EF7EB5-3E05-43C0-A3F1-D33BE18BE0E3}" type="presOf" srcId="{F9489F5D-8FD8-41EB-B4F7-F64618A3ACF0}" destId="{2C245AE4-F264-4EE8-AE95-79CC1EB72F47}" srcOrd="0" destOrd="0" presId="urn:microsoft.com/office/officeart/2005/8/layout/hierarchy1"/>
    <dgm:cxn modelId="{D170B4B5-6283-440B-8AC0-3CB57A63C5D3}" type="presOf" srcId="{70156374-66B2-4E27-A6F1-8C34FABF4DB0}" destId="{04BB8A37-734E-4773-A725-4B4A4781E612}" srcOrd="0" destOrd="0" presId="urn:microsoft.com/office/officeart/2005/8/layout/hierarchy1"/>
    <dgm:cxn modelId="{5D9469B6-774D-42C9-9874-5D29FB3EE631}" type="presOf" srcId="{5A932A7E-FB3E-4380-9CEE-69CF7DCBFDC0}" destId="{3AC929A1-5565-4497-A94B-16FAB7BDAA45}" srcOrd="0" destOrd="0" presId="urn:microsoft.com/office/officeart/2005/8/layout/hierarchy1"/>
    <dgm:cxn modelId="{25BCBCB7-F384-431C-B997-189CE9A126D2}" srcId="{C7559D5A-2D2F-498A-8071-F182B7826385}" destId="{8C2EEF29-911E-4984-8516-FF3F777FCDC1}" srcOrd="0" destOrd="0" parTransId="{9984A9D3-8893-44B7-943F-75F6D66BD910}" sibTransId="{A1ABD699-D122-48D9-9797-96FE061BEF01}"/>
    <dgm:cxn modelId="{3614E8B7-0F78-4D75-BB78-79C93D0DC33F}" type="presOf" srcId="{4E70F2CE-E916-4E0F-BE44-19AFCD019626}" destId="{9B1DBB28-BFB7-4F83-B90F-6EAA1FD96BBF}" srcOrd="0" destOrd="0" presId="urn:microsoft.com/office/officeart/2005/8/layout/hierarchy1"/>
    <dgm:cxn modelId="{72DCB4BB-D86B-4CB0-A9B4-D3DF1740986C}" srcId="{7091FBFF-27F9-49DE-90B6-8E63B06C0B5B}" destId="{3795FFE3-F5F2-4CF5-BAA9-9506384EB118}" srcOrd="1" destOrd="0" parTransId="{21702866-515E-4217-A0E0-4763E95A8AAC}" sibTransId="{5D0ABF38-33CC-4C5F-8FCC-B24DD5F69207}"/>
    <dgm:cxn modelId="{71C161BE-7949-4F3C-80B4-18390CD99E24}" srcId="{5B9CC11F-3560-4951-9A67-7800CE6DEB0E}" destId="{7172B773-709C-4D5B-8D05-96CA86F3D710}" srcOrd="0" destOrd="0" parTransId="{A1E22B69-9D0F-463E-8D37-6B548C71818E}" sibTransId="{BCC7AEEE-4528-43DC-A0F0-F030306C6AAC}"/>
    <dgm:cxn modelId="{F35A2CBF-A667-4D29-84EC-76C3E0B8D436}" srcId="{F9489F5D-8FD8-41EB-B4F7-F64618A3ACF0}" destId="{5F916158-68A2-46DF-A38C-C02772A55F95}" srcOrd="0" destOrd="0" parTransId="{BD7BA269-1C7D-4152-8E77-8E9E647CE419}" sibTransId="{E58EA4E7-1FAC-4ECD-A47B-1A81591C50B4}"/>
    <dgm:cxn modelId="{1E1389C4-BF38-4E06-98CB-F40AF0E0F8A3}" type="presOf" srcId="{812E94A8-4BCD-4174-9999-D7BBFD6698D1}" destId="{431A5842-2CE7-43BF-9B76-A65703FBD1B3}" srcOrd="0" destOrd="0" presId="urn:microsoft.com/office/officeart/2005/8/layout/hierarchy1"/>
    <dgm:cxn modelId="{99E845C7-025E-4EE5-8394-053E739636C4}" type="presOf" srcId="{5BD3FFE6-1884-44A8-9491-CEE2E410A435}" destId="{67D52FF6-FAD6-48D1-856F-F1196E73CFD1}" srcOrd="0" destOrd="0" presId="urn:microsoft.com/office/officeart/2005/8/layout/hierarchy1"/>
    <dgm:cxn modelId="{E73C85C7-89D5-45E5-BEC1-987CFCEE0A60}" type="presOf" srcId="{3795FFE3-F5F2-4CF5-BAA9-9506384EB118}" destId="{E67E28EB-240B-49DB-93BE-259F0DE83733}" srcOrd="0" destOrd="0" presId="urn:microsoft.com/office/officeart/2005/8/layout/hierarchy1"/>
    <dgm:cxn modelId="{07E5A3C9-DF11-4F87-BF0F-7EB3A3598833}" type="presOf" srcId="{860B792F-345F-471F-9A30-E1C5F9900B0C}" destId="{F69A73B9-78F8-4C04-A5AA-FE3AB67F7D8D}" srcOrd="0" destOrd="0" presId="urn:microsoft.com/office/officeart/2005/8/layout/hierarchy1"/>
    <dgm:cxn modelId="{20422CCA-51F8-4E06-8B9A-2F8215CDD1CA}" srcId="{5BD3FFE6-1884-44A8-9491-CEE2E410A435}" destId="{E49605EE-C2DA-46C8-B971-71CDD03979B2}" srcOrd="0" destOrd="0" parTransId="{E146A346-0D69-4777-B6BC-C0346ACE52D9}" sibTransId="{701837D1-86E2-42CF-B7D8-DEFEB58853CA}"/>
    <dgm:cxn modelId="{8DC00ACB-7901-4A02-9D18-B242518742BB}" srcId="{6F3114C4-223C-4541-83F9-9A1C85FC5650}" destId="{D7869BB8-A18B-4F51-941E-EA2281AC8627}" srcOrd="0" destOrd="0" parTransId="{812E94A8-4BCD-4174-9999-D7BBFD6698D1}" sibTransId="{315B12A8-6F49-458D-AFEB-9D28C1B21B25}"/>
    <dgm:cxn modelId="{D6B240CB-6E56-4E85-8250-98EC7A559425}" srcId="{50E8E309-28D9-4FA2-A22A-ADE80C361D37}" destId="{EF6572FA-C01C-4569-8966-034D2DE340A0}" srcOrd="0" destOrd="0" parTransId="{B1310040-6B50-4AC4-826D-50DC2F98DBCC}" sibTransId="{8842FB8D-5EE5-4A7C-B19A-742F967B7786}"/>
    <dgm:cxn modelId="{2A5FE0CD-DE72-4A36-8A7D-99640F4E5E12}" type="presOf" srcId="{441A3669-CF78-4CD8-B7BA-84D290FD1E86}" destId="{2034FF1F-75BD-4099-B7C0-30069BF1726B}" srcOrd="0" destOrd="0" presId="urn:microsoft.com/office/officeart/2005/8/layout/hierarchy1"/>
    <dgm:cxn modelId="{7AB51FCF-FFB2-4289-8A13-A9B213F18999}" type="presOf" srcId="{D5D26BA4-ED2F-468A-AB1C-0AAF956002CF}" destId="{B7780387-5B2B-45EE-BAFF-462357C41E63}" srcOrd="0" destOrd="0" presId="urn:microsoft.com/office/officeart/2005/8/layout/hierarchy1"/>
    <dgm:cxn modelId="{4BFE91D1-838D-4FD2-AC07-F052BFD992AB}" type="presOf" srcId="{EF6572FA-C01C-4569-8966-034D2DE340A0}" destId="{C765607C-A6D5-4B4B-A430-752CAC747023}" srcOrd="0" destOrd="0" presId="urn:microsoft.com/office/officeart/2005/8/layout/hierarchy1"/>
    <dgm:cxn modelId="{74B33AD2-AFBD-459A-AFD5-FE71BCF44FF9}" type="presOf" srcId="{C0B61EB4-C097-4964-8122-3C1FB472CD0B}" destId="{F07C16B1-CEE5-4CCA-B2F6-AEA2C277B012}" srcOrd="0" destOrd="0" presId="urn:microsoft.com/office/officeart/2005/8/layout/hierarchy1"/>
    <dgm:cxn modelId="{C045C6D4-2BCC-4A96-8765-9CEC5792779E}" type="presOf" srcId="{7D3E2B60-2FE2-4321-AB07-214D3E2438A8}" destId="{9568603C-2415-4824-9973-38203150F8F9}" srcOrd="0" destOrd="0" presId="urn:microsoft.com/office/officeart/2005/8/layout/hierarchy1"/>
    <dgm:cxn modelId="{568E0BD6-DA6B-4AF1-A3D3-1B8C26AF4F9C}" type="presOf" srcId="{C0A60AE9-1B87-4873-848B-9E5FD0EC9C6E}" destId="{4FD5B315-B4C1-4AC5-937C-2AED0213F478}" srcOrd="0" destOrd="0" presId="urn:microsoft.com/office/officeart/2005/8/layout/hierarchy1"/>
    <dgm:cxn modelId="{1FE76FD6-DF5F-47EA-BAA6-C86E40BF8D87}" type="presOf" srcId="{0A23C00D-8EB8-446B-ABBA-1247D4A06EFA}" destId="{4B42B380-D497-4A31-B689-37D2BD5B9A6D}" srcOrd="0" destOrd="0" presId="urn:microsoft.com/office/officeart/2005/8/layout/hierarchy1"/>
    <dgm:cxn modelId="{57679CD7-2B89-4531-93F6-54CCA1D3E8F1}" type="presOf" srcId="{8C826CC3-17BC-4ECD-804A-B027E7E9445D}" destId="{0076DF83-87D6-43AC-8EF9-23FA88869024}" srcOrd="0" destOrd="0" presId="urn:microsoft.com/office/officeart/2005/8/layout/hierarchy1"/>
    <dgm:cxn modelId="{B08EA3D7-2800-4C95-8DF2-B5B1F8F403DA}" srcId="{36D539F4-71FD-4FDB-8CB1-D9D5209AD304}" destId="{0F00A1C1-C209-4DCD-B4E6-715322FE3F9E}" srcOrd="0" destOrd="0" parTransId="{A5CD78F9-FA9B-4D86-8DE7-14D2584EA9E5}" sibTransId="{99F2D6C8-8499-4755-AF24-3C66106E05CB}"/>
    <dgm:cxn modelId="{2295D2D9-B54D-4A88-BEEF-82BB240A3B5C}" srcId="{E49605EE-C2DA-46C8-B971-71CDD03979B2}" destId="{C7559D5A-2D2F-498A-8071-F182B7826385}" srcOrd="0" destOrd="0" parTransId="{3BD272F5-4D1E-4348-ACEC-84E9CD8CBCF4}" sibTransId="{58607C42-A93F-4AA0-BCF1-D48C11F75517}"/>
    <dgm:cxn modelId="{0F9A09DA-C5E6-4FA3-ABC2-73A92BEA7D73}" type="presOf" srcId="{72E471B0-3567-493F-BBB9-5A2309637279}" destId="{D77319CE-145C-441D-AE9A-2AD9718D12C9}" srcOrd="0" destOrd="0" presId="urn:microsoft.com/office/officeart/2005/8/layout/hierarchy1"/>
    <dgm:cxn modelId="{BEBE6ADC-4DE3-47AE-AD66-386712C83565}" type="presOf" srcId="{FF3482D3-FD0F-4B8B-A611-D175F95DD65F}" destId="{1A52A52F-B6CE-4FE4-982B-D611406319C0}" srcOrd="0" destOrd="0" presId="urn:microsoft.com/office/officeart/2005/8/layout/hierarchy1"/>
    <dgm:cxn modelId="{189788DF-68A3-44DF-A074-FB32E3FC23A8}" type="presOf" srcId="{5B9CC11F-3560-4951-9A67-7800CE6DEB0E}" destId="{438404FF-2C8A-4A7D-A74E-5FC7CDFFF222}" srcOrd="0" destOrd="0" presId="urn:microsoft.com/office/officeart/2005/8/layout/hierarchy1"/>
    <dgm:cxn modelId="{4C2E98E0-D045-422B-9317-2D2860B058B3}" type="presOf" srcId="{46F04025-8131-4A67-9916-FB8F7520F11B}" destId="{0968715C-1D8F-4058-BC78-E98C8A2A2A42}" srcOrd="0" destOrd="0" presId="urn:microsoft.com/office/officeart/2005/8/layout/hierarchy1"/>
    <dgm:cxn modelId="{7BEBA9E0-1EAA-4EC3-AE52-AEA58FDF1745}" type="presOf" srcId="{2A7DFB77-CB36-4E52-BA10-2791F8D340E1}" destId="{EC34A761-6E97-4101-BC27-0F4721DB93D5}" srcOrd="0" destOrd="0" presId="urn:microsoft.com/office/officeart/2005/8/layout/hierarchy1"/>
    <dgm:cxn modelId="{D3B8CCE1-7C4B-4C3A-864D-F05095AFBB5F}" srcId="{888ECFA9-1FD3-464D-9EEA-CFA5D99698B1}" destId="{50E8E309-28D9-4FA2-A22A-ADE80C361D37}" srcOrd="0" destOrd="0" parTransId="{E5E9162D-AE21-42A2-8401-F5CAD82B247C}" sibTransId="{D218F714-CD4E-449E-BE20-8F9B3AABBAEE}"/>
    <dgm:cxn modelId="{40ED0FE5-EBB7-4189-8ECF-1AB0997472A5}" type="presOf" srcId="{1B98F432-1907-4351-8908-FE5CEE924AA9}" destId="{ED22BFE2-B45A-4E29-9FC9-2F59FBB60509}" srcOrd="0" destOrd="0" presId="urn:microsoft.com/office/officeart/2005/8/layout/hierarchy1"/>
    <dgm:cxn modelId="{631367E8-6A86-421F-A005-D90340AE2312}" type="presOf" srcId="{91C87E52-E8D5-4BD0-8E2C-64B98E8C1247}" destId="{9BC542D8-73E8-4AF0-A263-4F587EF866EC}" srcOrd="0" destOrd="0" presId="urn:microsoft.com/office/officeart/2005/8/layout/hierarchy1"/>
    <dgm:cxn modelId="{57D5EEE8-1AD9-4C61-A19C-9509BC00B873}" type="presOf" srcId="{50E8E309-28D9-4FA2-A22A-ADE80C361D37}" destId="{79EB5E4A-A20A-4A78-A0AC-89F4FC82407B}" srcOrd="0" destOrd="0" presId="urn:microsoft.com/office/officeart/2005/8/layout/hierarchy1"/>
    <dgm:cxn modelId="{B34A05E9-4BE2-44BC-B632-DF6C872E6DC9}" srcId="{5B9CC11F-3560-4951-9A67-7800CE6DEB0E}" destId="{860B792F-345F-471F-9A30-E1C5F9900B0C}" srcOrd="1" destOrd="0" parTransId="{D48DA3EB-08FC-4B2C-A0FB-432C08749449}" sibTransId="{DD21D991-D0A1-4E7B-84A1-D511EC581A21}"/>
    <dgm:cxn modelId="{CE3ED2EB-122F-401A-AD84-524E96057B65}" srcId="{A4B0A566-DA4E-4B4B-8E98-BB54C0B0DA18}" destId="{B5DE9DF5-D6EA-466D-BBE7-AB3B5E6048C0}" srcOrd="2" destOrd="0" parTransId="{A016C474-10A3-463F-8A53-986E1B301199}" sibTransId="{E1675CE5-D36E-42CC-B86B-9BE2E1CD70E1}"/>
    <dgm:cxn modelId="{1F891DEC-70C2-4AA5-99CA-C7C616B4D4CE}" type="presOf" srcId="{6AE208B1-2B12-4547-B351-BE68CA0A77B1}" destId="{0D6E63F7-7790-4480-9304-7F16FF08801B}" srcOrd="0" destOrd="0" presId="urn:microsoft.com/office/officeart/2005/8/layout/hierarchy1"/>
    <dgm:cxn modelId="{8492DAF0-2377-4267-A148-CCA42C867BDF}" type="presOf" srcId="{93910189-BC4A-42FD-9CA2-3DD7664487C9}" destId="{8C8B8378-DCD5-4141-947B-F1ED2DD7C657}" srcOrd="0" destOrd="0" presId="urn:microsoft.com/office/officeart/2005/8/layout/hierarchy1"/>
    <dgm:cxn modelId="{B93FE9F0-3B5F-400E-A598-87538FC6BEA6}" type="presOf" srcId="{DBB1EB57-EBAE-4E28-8727-8C9FF5BBFA34}" destId="{B8FE5C32-6067-4E7B-B763-ABE5E13668DF}" srcOrd="0" destOrd="0" presId="urn:microsoft.com/office/officeart/2005/8/layout/hierarchy1"/>
    <dgm:cxn modelId="{836602F3-01AD-40E5-89F7-38032F5A2342}" type="presOf" srcId="{BD7BA269-1C7D-4152-8E77-8E9E647CE419}" destId="{665807DF-8AB4-4C4C-8935-7168484B66E7}" srcOrd="0" destOrd="0" presId="urn:microsoft.com/office/officeart/2005/8/layout/hierarchy1"/>
    <dgm:cxn modelId="{844E44F4-64D5-40B1-ACE1-CFC108DEAA33}" type="presOf" srcId="{B5DE9DF5-D6EA-466D-BBE7-AB3B5E6048C0}" destId="{A647A5CA-0FF8-4235-8988-6F1D95B8A04F}" srcOrd="0" destOrd="0" presId="urn:microsoft.com/office/officeart/2005/8/layout/hierarchy1"/>
    <dgm:cxn modelId="{E93A28F7-B29E-4733-A512-647EB51E8DE2}" srcId="{EF6572FA-C01C-4569-8966-034D2DE340A0}" destId="{128D948F-76FC-4CCA-9190-190197FE5887}" srcOrd="0" destOrd="0" parTransId="{F1319F27-65E8-4FA5-A0BF-75DABA5149EB}" sibTransId="{7E54D80D-84AF-4A7F-9047-AF89B9FB524C}"/>
    <dgm:cxn modelId="{11E0CAF9-97DA-4587-956C-3AE15D5A2F31}" type="presOf" srcId="{128D948F-76FC-4CCA-9190-190197FE5887}" destId="{F7346A43-7AC3-4E5B-B842-48717A4623C7}" srcOrd="0" destOrd="0" presId="urn:microsoft.com/office/officeart/2005/8/layout/hierarchy1"/>
    <dgm:cxn modelId="{00D12EFB-AFC1-419E-99E5-EF01E91A3A7F}" type="presOf" srcId="{9AA3A445-6FC0-4B50-A398-B76E7592A926}" destId="{5AFAF596-D06E-4D72-BEC0-B0020E3E6616}" srcOrd="0" destOrd="0" presId="urn:microsoft.com/office/officeart/2005/8/layout/hierarchy1"/>
    <dgm:cxn modelId="{E5FB5EFD-DFD8-4DF5-B934-BBD87F76D4AE}" srcId="{BECE037B-892D-4C87-B207-7091793FFE6F}" destId="{C0B61EB4-C097-4964-8122-3C1FB472CD0B}" srcOrd="0" destOrd="0" parTransId="{F0DFA19F-CFB2-4860-AA85-153B8B374452}" sibTransId="{6180084C-77D1-404E-B633-93C15D639F8A}"/>
    <dgm:cxn modelId="{72CB60FE-1139-4481-AC05-CFFFD62E3A29}" type="presOf" srcId="{F2259ACD-92A3-4024-B8B6-2FAFC24FDC54}" destId="{FDAD92D2-0BE5-46DE-8DDF-B98BDF8B8E2C}" srcOrd="0" destOrd="0" presId="urn:microsoft.com/office/officeart/2005/8/layout/hierarchy1"/>
    <dgm:cxn modelId="{F49CF6FE-9174-4816-8429-3D5488E4F060}" srcId="{D7869BB8-A18B-4F51-941E-EA2281AC8627}" destId="{C0A60AE9-1B87-4873-848B-9E5FD0EC9C6E}" srcOrd="0" destOrd="0" parTransId="{B5A42899-D766-42A4-8837-238C1F031541}" sibTransId="{C49D2FBF-B492-4D96-A441-B0A950885BB7}"/>
    <dgm:cxn modelId="{A4D18E26-EA72-4F64-A257-E4D05F3125BA}" type="presParOf" srcId="{D133BA0B-669C-463C-ABDC-84AA52EC77BB}" destId="{CFBFCDA6-5387-4894-B12C-F62D22956CEA}" srcOrd="0" destOrd="0" presId="urn:microsoft.com/office/officeart/2005/8/layout/hierarchy1"/>
    <dgm:cxn modelId="{1DFF264F-F824-45CB-A6AC-401272998961}" type="presParOf" srcId="{CFBFCDA6-5387-4894-B12C-F62D22956CEA}" destId="{2010E468-EE24-42FE-A32F-799177554D6B}" srcOrd="0" destOrd="0" presId="urn:microsoft.com/office/officeart/2005/8/layout/hierarchy1"/>
    <dgm:cxn modelId="{066AD652-2CD3-4CC1-8DB6-DEA0D8420113}" type="presParOf" srcId="{2010E468-EE24-42FE-A32F-799177554D6B}" destId="{ADFD064F-B926-4257-870C-34D28F006FD0}" srcOrd="0" destOrd="0" presId="urn:microsoft.com/office/officeart/2005/8/layout/hierarchy1"/>
    <dgm:cxn modelId="{6543CCBF-F55D-4CF4-A77D-A8E509507B15}" type="presParOf" srcId="{2010E468-EE24-42FE-A32F-799177554D6B}" destId="{6260AD9D-3B05-4BF8-BBF0-541A01BCB2D5}" srcOrd="1" destOrd="0" presId="urn:microsoft.com/office/officeart/2005/8/layout/hierarchy1"/>
    <dgm:cxn modelId="{B9C8F29B-67ED-4CB9-9FA5-F968C8B9E30E}" type="presParOf" srcId="{CFBFCDA6-5387-4894-B12C-F62D22956CEA}" destId="{AC234F98-65CB-40FF-AF1C-A26528E5595D}" srcOrd="1" destOrd="0" presId="urn:microsoft.com/office/officeart/2005/8/layout/hierarchy1"/>
    <dgm:cxn modelId="{5AA58F75-9E92-490E-A589-CA5AA855E15A}" type="presParOf" srcId="{AC234F98-65CB-40FF-AF1C-A26528E5595D}" destId="{12F3B8BB-C3B0-41FD-AC3A-21C8C6F72785}" srcOrd="0" destOrd="0" presId="urn:microsoft.com/office/officeart/2005/8/layout/hierarchy1"/>
    <dgm:cxn modelId="{926E329C-34F5-48AB-9117-6F5523141D2D}" type="presParOf" srcId="{AC234F98-65CB-40FF-AF1C-A26528E5595D}" destId="{B273615D-5C51-42A1-8E87-F9F0FB64856C}" srcOrd="1" destOrd="0" presId="urn:microsoft.com/office/officeart/2005/8/layout/hierarchy1"/>
    <dgm:cxn modelId="{124F14B7-29B8-4BB7-B5AB-3DF9801D431A}" type="presParOf" srcId="{B273615D-5C51-42A1-8E87-F9F0FB64856C}" destId="{5E68F756-E787-4A75-ACA7-5B467C25303D}" srcOrd="0" destOrd="0" presId="urn:microsoft.com/office/officeart/2005/8/layout/hierarchy1"/>
    <dgm:cxn modelId="{25D8A375-31EF-46F3-99ED-6F63AA9E217F}" type="presParOf" srcId="{5E68F756-E787-4A75-ACA7-5B467C25303D}" destId="{0FB7DBDE-D7E2-48E5-9587-0E2085A10625}" srcOrd="0" destOrd="0" presId="urn:microsoft.com/office/officeart/2005/8/layout/hierarchy1"/>
    <dgm:cxn modelId="{10CBD492-01E5-4269-BECD-6F618E832BF0}" type="presParOf" srcId="{5E68F756-E787-4A75-ACA7-5B467C25303D}" destId="{F07C16B1-CEE5-4CCA-B2F6-AEA2C277B012}" srcOrd="1" destOrd="0" presId="urn:microsoft.com/office/officeart/2005/8/layout/hierarchy1"/>
    <dgm:cxn modelId="{E1163E5B-9BBF-4AA4-9C63-A5F42E65E3DA}" type="presParOf" srcId="{B273615D-5C51-42A1-8E87-F9F0FB64856C}" destId="{00D2C2ED-9009-4C10-83F8-8684FAFBD012}" srcOrd="1" destOrd="0" presId="urn:microsoft.com/office/officeart/2005/8/layout/hierarchy1"/>
    <dgm:cxn modelId="{A0A0B42C-15FD-4914-973A-E9CD5FCC95AB}" type="presParOf" srcId="{00D2C2ED-9009-4C10-83F8-8684FAFBD012}" destId="{1846C14A-DDE6-4663-BA56-DB7D9ABAE416}" srcOrd="0" destOrd="0" presId="urn:microsoft.com/office/officeart/2005/8/layout/hierarchy1"/>
    <dgm:cxn modelId="{185291FE-72A7-49F5-BA85-31DEEB50D692}" type="presParOf" srcId="{00D2C2ED-9009-4C10-83F8-8684FAFBD012}" destId="{64167A05-28F4-4F63-A89B-D346C6575404}" srcOrd="1" destOrd="0" presId="urn:microsoft.com/office/officeart/2005/8/layout/hierarchy1"/>
    <dgm:cxn modelId="{B2CA5A9F-0587-418E-8D73-E56263D7DF2E}" type="presParOf" srcId="{64167A05-28F4-4F63-A89B-D346C6575404}" destId="{09108894-C2A3-485B-8BEE-83E253D4CF86}" srcOrd="0" destOrd="0" presId="urn:microsoft.com/office/officeart/2005/8/layout/hierarchy1"/>
    <dgm:cxn modelId="{EF3D6950-4A41-446F-9118-043FFD299649}" type="presParOf" srcId="{09108894-C2A3-485B-8BEE-83E253D4CF86}" destId="{926F7447-2778-4FC4-A27E-49EC073EF3B1}" srcOrd="0" destOrd="0" presId="urn:microsoft.com/office/officeart/2005/8/layout/hierarchy1"/>
    <dgm:cxn modelId="{1475929A-55CD-4CCC-8355-39C8242C3435}" type="presParOf" srcId="{09108894-C2A3-485B-8BEE-83E253D4CF86}" destId="{BF7B2B11-ABAC-46A3-AA8B-A4BF52B09B56}" srcOrd="1" destOrd="0" presId="urn:microsoft.com/office/officeart/2005/8/layout/hierarchy1"/>
    <dgm:cxn modelId="{F953F6A6-259A-4375-8150-6FD0A5BD7569}" type="presParOf" srcId="{64167A05-28F4-4F63-A89B-D346C6575404}" destId="{30EC231B-D8A2-451F-9544-B7FB078EE7D5}" srcOrd="1" destOrd="0" presId="urn:microsoft.com/office/officeart/2005/8/layout/hierarchy1"/>
    <dgm:cxn modelId="{90E2D147-F14C-412D-BEE8-DE06577B5FA8}" type="presParOf" srcId="{30EC231B-D8A2-451F-9544-B7FB078EE7D5}" destId="{431A5842-2CE7-43BF-9B76-A65703FBD1B3}" srcOrd="0" destOrd="0" presId="urn:microsoft.com/office/officeart/2005/8/layout/hierarchy1"/>
    <dgm:cxn modelId="{B7FE66CA-81E5-47E5-B4F9-DF32CBA7F418}" type="presParOf" srcId="{30EC231B-D8A2-451F-9544-B7FB078EE7D5}" destId="{DC01F4A2-D71E-4651-AB32-818CA2E717F3}" srcOrd="1" destOrd="0" presId="urn:microsoft.com/office/officeart/2005/8/layout/hierarchy1"/>
    <dgm:cxn modelId="{7136F194-4641-40B4-AAC9-3BBEAD03D4D6}" type="presParOf" srcId="{DC01F4A2-D71E-4651-AB32-818CA2E717F3}" destId="{BE445725-E189-4BCD-9F13-C54A6ADC50DC}" srcOrd="0" destOrd="0" presId="urn:microsoft.com/office/officeart/2005/8/layout/hierarchy1"/>
    <dgm:cxn modelId="{37107966-B762-4432-9FFD-2386EFF544F1}" type="presParOf" srcId="{BE445725-E189-4BCD-9F13-C54A6ADC50DC}" destId="{BF5FBDF9-EC89-428E-A92D-5E0184640F83}" srcOrd="0" destOrd="0" presId="urn:microsoft.com/office/officeart/2005/8/layout/hierarchy1"/>
    <dgm:cxn modelId="{620E6BC1-91EA-4E46-B95C-FE5EB177B56D}" type="presParOf" srcId="{BE445725-E189-4BCD-9F13-C54A6ADC50DC}" destId="{29DA1C64-45B4-4B42-9FA2-5560A5E3AF3F}" srcOrd="1" destOrd="0" presId="urn:microsoft.com/office/officeart/2005/8/layout/hierarchy1"/>
    <dgm:cxn modelId="{3C140F84-CEAB-471B-8B3B-6DA8AD4373DF}" type="presParOf" srcId="{DC01F4A2-D71E-4651-AB32-818CA2E717F3}" destId="{7C8AE781-9127-4269-AAEA-794BA8975C47}" srcOrd="1" destOrd="0" presId="urn:microsoft.com/office/officeart/2005/8/layout/hierarchy1"/>
    <dgm:cxn modelId="{A2C291A1-0487-4D1A-BBEC-75291E06BE42}" type="presParOf" srcId="{7C8AE781-9127-4269-AAEA-794BA8975C47}" destId="{EA9430AF-383B-4F7A-AFFC-EC751FF92468}" srcOrd="0" destOrd="0" presId="urn:microsoft.com/office/officeart/2005/8/layout/hierarchy1"/>
    <dgm:cxn modelId="{6E66F301-B6CC-4B18-A093-64C7BAAF1C5C}" type="presParOf" srcId="{7C8AE781-9127-4269-AAEA-794BA8975C47}" destId="{50438801-AD9C-4CF4-A300-CADD4244B396}" srcOrd="1" destOrd="0" presId="urn:microsoft.com/office/officeart/2005/8/layout/hierarchy1"/>
    <dgm:cxn modelId="{2CF6A453-5E47-4C6E-8D69-443D5E7DA3F4}" type="presParOf" srcId="{50438801-AD9C-4CF4-A300-CADD4244B396}" destId="{0BE371DC-ADB4-4AC3-8CE5-7E5D94CA1483}" srcOrd="0" destOrd="0" presId="urn:microsoft.com/office/officeart/2005/8/layout/hierarchy1"/>
    <dgm:cxn modelId="{4EDD5EB6-5D06-4F77-95AE-EF7A42DCF011}" type="presParOf" srcId="{0BE371DC-ADB4-4AC3-8CE5-7E5D94CA1483}" destId="{3A45450A-4DB8-4701-8069-1C8DBBA532C6}" srcOrd="0" destOrd="0" presId="urn:microsoft.com/office/officeart/2005/8/layout/hierarchy1"/>
    <dgm:cxn modelId="{59730214-C9FA-4A24-88D7-7BA889A4EDFA}" type="presParOf" srcId="{0BE371DC-ADB4-4AC3-8CE5-7E5D94CA1483}" destId="{4FD5B315-B4C1-4AC5-937C-2AED0213F478}" srcOrd="1" destOrd="0" presId="urn:microsoft.com/office/officeart/2005/8/layout/hierarchy1"/>
    <dgm:cxn modelId="{D241BCBA-550C-4898-BC62-14F02C7AB1B7}" type="presParOf" srcId="{50438801-AD9C-4CF4-A300-CADD4244B396}" destId="{761137C3-EE5F-4594-96AD-0AB746834CD1}" srcOrd="1" destOrd="0" presId="urn:microsoft.com/office/officeart/2005/8/layout/hierarchy1"/>
    <dgm:cxn modelId="{AC47ABC8-1798-4007-A130-97A3E30397BF}" type="presParOf" srcId="{761137C3-EE5F-4594-96AD-0AB746834CD1}" destId="{9CF6D31D-8584-4FE5-98C9-621F51DFC092}" srcOrd="0" destOrd="0" presId="urn:microsoft.com/office/officeart/2005/8/layout/hierarchy1"/>
    <dgm:cxn modelId="{3CC770ED-91D7-49D7-A69A-192419154923}" type="presParOf" srcId="{761137C3-EE5F-4594-96AD-0AB746834CD1}" destId="{AACB5B8F-FA87-4BCD-B5B0-63C4D5CC3A29}" srcOrd="1" destOrd="0" presId="urn:microsoft.com/office/officeart/2005/8/layout/hierarchy1"/>
    <dgm:cxn modelId="{3A6A0EEE-9A48-4FE0-8FAA-13E9F1860DF6}" type="presParOf" srcId="{AACB5B8F-FA87-4BCD-B5B0-63C4D5CC3A29}" destId="{B6924164-A5DA-4CCC-879D-C69EB75F41B0}" srcOrd="0" destOrd="0" presId="urn:microsoft.com/office/officeart/2005/8/layout/hierarchy1"/>
    <dgm:cxn modelId="{48BDBEDD-7852-43E6-9923-9F2F308FBF9E}" type="presParOf" srcId="{B6924164-A5DA-4CCC-879D-C69EB75F41B0}" destId="{0AD4CA36-6A75-4BDA-8166-B9884141CC52}" srcOrd="0" destOrd="0" presId="urn:microsoft.com/office/officeart/2005/8/layout/hierarchy1"/>
    <dgm:cxn modelId="{CF5FE6F9-59FA-4F7B-BF75-75377556F55D}" type="presParOf" srcId="{B6924164-A5DA-4CCC-879D-C69EB75F41B0}" destId="{B9E8C46E-6970-4EFC-A41E-C5393E5716E2}" srcOrd="1" destOrd="0" presId="urn:microsoft.com/office/officeart/2005/8/layout/hierarchy1"/>
    <dgm:cxn modelId="{4AD64B78-3042-48BF-997E-006923BC9B6E}" type="presParOf" srcId="{AACB5B8F-FA87-4BCD-B5B0-63C4D5CC3A29}" destId="{F7EF48CC-CA3A-4D78-B748-8356B39E8D70}" srcOrd="1" destOrd="0" presId="urn:microsoft.com/office/officeart/2005/8/layout/hierarchy1"/>
    <dgm:cxn modelId="{A6051460-E432-4CAC-A606-98E4EF073E90}" type="presParOf" srcId="{F7EF48CC-CA3A-4D78-B748-8356B39E8D70}" destId="{9568603C-2415-4824-9973-38203150F8F9}" srcOrd="0" destOrd="0" presId="urn:microsoft.com/office/officeart/2005/8/layout/hierarchy1"/>
    <dgm:cxn modelId="{81EF038E-6283-4180-B820-51B75360B551}" type="presParOf" srcId="{F7EF48CC-CA3A-4D78-B748-8356B39E8D70}" destId="{E69CF5A4-387F-4C7E-A949-DA8453AE4C9B}" srcOrd="1" destOrd="0" presId="urn:microsoft.com/office/officeart/2005/8/layout/hierarchy1"/>
    <dgm:cxn modelId="{A7538B31-BD9D-4A05-BCD9-B3E43B53C578}" type="presParOf" srcId="{E69CF5A4-387F-4C7E-A949-DA8453AE4C9B}" destId="{262C613D-DCAB-44FA-839E-01D52CD58C6C}" srcOrd="0" destOrd="0" presId="urn:microsoft.com/office/officeart/2005/8/layout/hierarchy1"/>
    <dgm:cxn modelId="{5581F4DA-22F9-4DF1-BBE5-079F5B37D5CE}" type="presParOf" srcId="{262C613D-DCAB-44FA-839E-01D52CD58C6C}" destId="{28DEA19C-9812-4B18-A3ED-5D55A196B7E3}" srcOrd="0" destOrd="0" presId="urn:microsoft.com/office/officeart/2005/8/layout/hierarchy1"/>
    <dgm:cxn modelId="{78878CA3-E49C-4CD3-8436-8D686C9E8EF4}" type="presParOf" srcId="{262C613D-DCAB-44FA-839E-01D52CD58C6C}" destId="{B7780387-5B2B-45EE-BAFF-462357C41E63}" srcOrd="1" destOrd="0" presId="urn:microsoft.com/office/officeart/2005/8/layout/hierarchy1"/>
    <dgm:cxn modelId="{393ADBCF-5049-4010-B18E-058F84DD214D}" type="presParOf" srcId="{E69CF5A4-387F-4C7E-A949-DA8453AE4C9B}" destId="{8F5091A6-A1F5-4C2D-89AB-9D61B2C25EB3}" srcOrd="1" destOrd="0" presId="urn:microsoft.com/office/officeart/2005/8/layout/hierarchy1"/>
    <dgm:cxn modelId="{0D8B510A-398A-4B6E-87A0-1D9519536653}" type="presParOf" srcId="{30EC231B-D8A2-451F-9544-B7FB078EE7D5}" destId="{886A1C71-7B3E-4764-BD2F-95080222C0FA}" srcOrd="2" destOrd="0" presId="urn:microsoft.com/office/officeart/2005/8/layout/hierarchy1"/>
    <dgm:cxn modelId="{D28431AB-F036-471D-8C47-2FDC371E45E5}" type="presParOf" srcId="{30EC231B-D8A2-451F-9544-B7FB078EE7D5}" destId="{1B5ED188-D8F6-46B1-9FA4-19646EAEB85D}" srcOrd="3" destOrd="0" presId="urn:microsoft.com/office/officeart/2005/8/layout/hierarchy1"/>
    <dgm:cxn modelId="{6CFEF542-CA67-4A9C-8937-42CDB66A9068}" type="presParOf" srcId="{1B5ED188-D8F6-46B1-9FA4-19646EAEB85D}" destId="{AD111602-8142-4085-AD27-8FEF708F075D}" srcOrd="0" destOrd="0" presId="urn:microsoft.com/office/officeart/2005/8/layout/hierarchy1"/>
    <dgm:cxn modelId="{3C9ECC01-7768-4823-9D4D-42D62DA43E61}" type="presParOf" srcId="{AD111602-8142-4085-AD27-8FEF708F075D}" destId="{8A896E52-C2C4-4B15-A56C-9319C7ED405C}" srcOrd="0" destOrd="0" presId="urn:microsoft.com/office/officeart/2005/8/layout/hierarchy1"/>
    <dgm:cxn modelId="{9D45DD69-65BA-49DF-9D7B-7B0A9271E889}" type="presParOf" srcId="{AD111602-8142-4085-AD27-8FEF708F075D}" destId="{B5C9EAA0-346F-4664-8696-506DB85C5295}" srcOrd="1" destOrd="0" presId="urn:microsoft.com/office/officeart/2005/8/layout/hierarchy1"/>
    <dgm:cxn modelId="{2725327E-E151-40A9-9C5E-8B66891D4E2C}" type="presParOf" srcId="{1B5ED188-D8F6-46B1-9FA4-19646EAEB85D}" destId="{BF8A72F2-CD2B-418B-882F-E979B8FD717C}" srcOrd="1" destOrd="0" presId="urn:microsoft.com/office/officeart/2005/8/layout/hierarchy1"/>
    <dgm:cxn modelId="{7B5E7CD1-C7DB-42C7-B20D-6947E9DFEA33}" type="presParOf" srcId="{BF8A72F2-CD2B-418B-882F-E979B8FD717C}" destId="{29640217-2894-4F3C-9C53-C178A6DD1FED}" srcOrd="0" destOrd="0" presId="urn:microsoft.com/office/officeart/2005/8/layout/hierarchy1"/>
    <dgm:cxn modelId="{914F8394-F5D9-4FDF-8780-0F0D61F5F27A}" type="presParOf" srcId="{BF8A72F2-CD2B-418B-882F-E979B8FD717C}" destId="{5668D3F0-FDA2-462B-9373-30F665718138}" srcOrd="1" destOrd="0" presId="urn:microsoft.com/office/officeart/2005/8/layout/hierarchy1"/>
    <dgm:cxn modelId="{226201D1-F5E8-45DB-B850-2D73A1024E10}" type="presParOf" srcId="{5668D3F0-FDA2-462B-9373-30F665718138}" destId="{7EAA39CB-9294-4B48-8267-DCA4B8AB58E1}" srcOrd="0" destOrd="0" presId="urn:microsoft.com/office/officeart/2005/8/layout/hierarchy1"/>
    <dgm:cxn modelId="{964A4201-9348-44C6-9940-898814418A01}" type="presParOf" srcId="{7EAA39CB-9294-4B48-8267-DCA4B8AB58E1}" destId="{A722E160-40F4-4CD2-99E1-BD5B9ED759F1}" srcOrd="0" destOrd="0" presId="urn:microsoft.com/office/officeart/2005/8/layout/hierarchy1"/>
    <dgm:cxn modelId="{9909FBB5-5725-46CC-8408-24405FA53DEA}" type="presParOf" srcId="{7EAA39CB-9294-4B48-8267-DCA4B8AB58E1}" destId="{79EB5E4A-A20A-4A78-A0AC-89F4FC82407B}" srcOrd="1" destOrd="0" presId="urn:microsoft.com/office/officeart/2005/8/layout/hierarchy1"/>
    <dgm:cxn modelId="{F0DDC5D0-C801-47AD-B1C0-2EFD51936EEC}" type="presParOf" srcId="{5668D3F0-FDA2-462B-9373-30F665718138}" destId="{30FA1B67-A3A1-4224-9AE1-DD78F20CCB79}" srcOrd="1" destOrd="0" presId="urn:microsoft.com/office/officeart/2005/8/layout/hierarchy1"/>
    <dgm:cxn modelId="{1EF8E85C-2E8D-4E7B-9C0B-DB4DFF5479C6}" type="presParOf" srcId="{30FA1B67-A3A1-4224-9AE1-DD78F20CCB79}" destId="{01544279-939A-4DB4-A107-0F404C116819}" srcOrd="0" destOrd="0" presId="urn:microsoft.com/office/officeart/2005/8/layout/hierarchy1"/>
    <dgm:cxn modelId="{99492109-EFB0-4971-93F0-90EEB4EDB2C6}" type="presParOf" srcId="{30FA1B67-A3A1-4224-9AE1-DD78F20CCB79}" destId="{910AF822-1BE4-41C3-8B3F-74F4B37E7673}" srcOrd="1" destOrd="0" presId="urn:microsoft.com/office/officeart/2005/8/layout/hierarchy1"/>
    <dgm:cxn modelId="{15E79BA3-5156-4F10-9EE8-4239CA602C6A}" type="presParOf" srcId="{910AF822-1BE4-41C3-8B3F-74F4B37E7673}" destId="{FCC40A22-B829-4299-810B-02976A925501}" srcOrd="0" destOrd="0" presId="urn:microsoft.com/office/officeart/2005/8/layout/hierarchy1"/>
    <dgm:cxn modelId="{8B1DDC43-6C81-40CA-861F-EC6D4250DF69}" type="presParOf" srcId="{FCC40A22-B829-4299-810B-02976A925501}" destId="{E03B13FE-BDCE-4A5B-989B-02FBFBF59402}" srcOrd="0" destOrd="0" presId="urn:microsoft.com/office/officeart/2005/8/layout/hierarchy1"/>
    <dgm:cxn modelId="{E8978FE8-476B-445B-9CF6-5684E8789CD1}" type="presParOf" srcId="{FCC40A22-B829-4299-810B-02976A925501}" destId="{C765607C-A6D5-4B4B-A430-752CAC747023}" srcOrd="1" destOrd="0" presId="urn:microsoft.com/office/officeart/2005/8/layout/hierarchy1"/>
    <dgm:cxn modelId="{4B092601-0069-4A14-B641-83E441CC04E7}" type="presParOf" srcId="{910AF822-1BE4-41C3-8B3F-74F4B37E7673}" destId="{C43A28A5-D763-4C0F-83E4-229696E251E9}" srcOrd="1" destOrd="0" presId="urn:microsoft.com/office/officeart/2005/8/layout/hierarchy1"/>
    <dgm:cxn modelId="{2C447CF2-DF13-4B35-AE94-6F94A55BC6B2}" type="presParOf" srcId="{C43A28A5-D763-4C0F-83E4-229696E251E9}" destId="{11170727-22C9-4D14-B7DD-7C42ACB1CD3B}" srcOrd="0" destOrd="0" presId="urn:microsoft.com/office/officeart/2005/8/layout/hierarchy1"/>
    <dgm:cxn modelId="{83B3485E-EACE-43F9-BD5D-A9CF3A955DD9}" type="presParOf" srcId="{C43A28A5-D763-4C0F-83E4-229696E251E9}" destId="{609CD3CF-6884-4D52-AF98-0A7FA10FFC3C}" srcOrd="1" destOrd="0" presId="urn:microsoft.com/office/officeart/2005/8/layout/hierarchy1"/>
    <dgm:cxn modelId="{D1EAE00A-4545-4C96-B2C3-FF2C76DB1F84}" type="presParOf" srcId="{609CD3CF-6884-4D52-AF98-0A7FA10FFC3C}" destId="{B6CCC51E-05FD-4A71-8251-0DC25DD61B2E}" srcOrd="0" destOrd="0" presId="urn:microsoft.com/office/officeart/2005/8/layout/hierarchy1"/>
    <dgm:cxn modelId="{C6813DA1-A55E-475D-AC32-F2E59EE7AEFB}" type="presParOf" srcId="{B6CCC51E-05FD-4A71-8251-0DC25DD61B2E}" destId="{8FF0E91D-667A-41C2-992A-CA7D7C17A98C}" srcOrd="0" destOrd="0" presId="urn:microsoft.com/office/officeart/2005/8/layout/hierarchy1"/>
    <dgm:cxn modelId="{11767CE1-4B51-474A-A4FD-B97EA9FA9EF5}" type="presParOf" srcId="{B6CCC51E-05FD-4A71-8251-0DC25DD61B2E}" destId="{F7346A43-7AC3-4E5B-B842-48717A4623C7}" srcOrd="1" destOrd="0" presId="urn:microsoft.com/office/officeart/2005/8/layout/hierarchy1"/>
    <dgm:cxn modelId="{D555ADCF-E904-4BEE-92F7-67EA0A9E2F7D}" type="presParOf" srcId="{609CD3CF-6884-4D52-AF98-0A7FA10FFC3C}" destId="{0635F313-1A44-40B1-ACD2-F46A0EBD6EDA}" srcOrd="1" destOrd="0" presId="urn:microsoft.com/office/officeart/2005/8/layout/hierarchy1"/>
    <dgm:cxn modelId="{1AF8325A-BF31-418F-80EB-4E64061CD7D5}" type="presParOf" srcId="{30EC231B-D8A2-451F-9544-B7FB078EE7D5}" destId="{FE9FA45C-8F7F-47B1-AB22-ACA8B25FE537}" srcOrd="4" destOrd="0" presId="urn:microsoft.com/office/officeart/2005/8/layout/hierarchy1"/>
    <dgm:cxn modelId="{A68A6C1F-1CFF-4D3E-9145-07852E39D367}" type="presParOf" srcId="{30EC231B-D8A2-451F-9544-B7FB078EE7D5}" destId="{1BAEA3BE-0A0E-4C10-A7A3-FDB87940EF41}" srcOrd="5" destOrd="0" presId="urn:microsoft.com/office/officeart/2005/8/layout/hierarchy1"/>
    <dgm:cxn modelId="{AED0CFCA-E282-4D77-9DFA-F035F5B541BE}" type="presParOf" srcId="{1BAEA3BE-0A0E-4C10-A7A3-FDB87940EF41}" destId="{BBE22533-30B2-47B9-8C15-9E9A0475266B}" srcOrd="0" destOrd="0" presId="urn:microsoft.com/office/officeart/2005/8/layout/hierarchy1"/>
    <dgm:cxn modelId="{57E0AFF4-C267-4217-88F9-9E5074E50F40}" type="presParOf" srcId="{BBE22533-30B2-47B9-8C15-9E9A0475266B}" destId="{267C1D7E-171D-40E4-961B-E0505AA9490F}" srcOrd="0" destOrd="0" presId="urn:microsoft.com/office/officeart/2005/8/layout/hierarchy1"/>
    <dgm:cxn modelId="{23AA1DA5-2ACF-48D8-A50E-ED3B3AAE6476}" type="presParOf" srcId="{BBE22533-30B2-47B9-8C15-9E9A0475266B}" destId="{67D52FF6-FAD6-48D1-856F-F1196E73CFD1}" srcOrd="1" destOrd="0" presId="urn:microsoft.com/office/officeart/2005/8/layout/hierarchy1"/>
    <dgm:cxn modelId="{6F417093-F9E0-4A11-B68B-CE042E6BAC4A}" type="presParOf" srcId="{1BAEA3BE-0A0E-4C10-A7A3-FDB87940EF41}" destId="{C91F1AE9-A3EA-4AFE-8878-E2356AD5CBFB}" srcOrd="1" destOrd="0" presId="urn:microsoft.com/office/officeart/2005/8/layout/hierarchy1"/>
    <dgm:cxn modelId="{9A1AB11E-B333-40AF-98EE-378372932273}" type="presParOf" srcId="{C91F1AE9-A3EA-4AFE-8878-E2356AD5CBFB}" destId="{E8D0D4B3-F244-416E-A430-3284A9EA4FF6}" srcOrd="0" destOrd="0" presId="urn:microsoft.com/office/officeart/2005/8/layout/hierarchy1"/>
    <dgm:cxn modelId="{2CA7112C-A29B-4DF2-9D99-ACE095F549D5}" type="presParOf" srcId="{C91F1AE9-A3EA-4AFE-8878-E2356AD5CBFB}" destId="{0D0F5FC5-AA2A-4779-A073-97F119E48024}" srcOrd="1" destOrd="0" presId="urn:microsoft.com/office/officeart/2005/8/layout/hierarchy1"/>
    <dgm:cxn modelId="{34F1F3B0-B023-4B1B-90D8-0D351F5691FF}" type="presParOf" srcId="{0D0F5FC5-AA2A-4779-A073-97F119E48024}" destId="{75DF4D25-2B5E-46FB-BEB7-DE172A40E006}" srcOrd="0" destOrd="0" presId="urn:microsoft.com/office/officeart/2005/8/layout/hierarchy1"/>
    <dgm:cxn modelId="{ECC52118-0066-4D69-8BF9-41E9DC666CA4}" type="presParOf" srcId="{75DF4D25-2B5E-46FB-BEB7-DE172A40E006}" destId="{8FADEC86-C4F1-4D0B-9F6F-5CDBD5D8FA0B}" srcOrd="0" destOrd="0" presId="urn:microsoft.com/office/officeart/2005/8/layout/hierarchy1"/>
    <dgm:cxn modelId="{7C29E9D3-4253-4D46-BF1E-09A73A538E26}" type="presParOf" srcId="{75DF4D25-2B5E-46FB-BEB7-DE172A40E006}" destId="{3EBEACF8-B4F7-4979-A107-4F7BA3F09BE7}" srcOrd="1" destOrd="0" presId="urn:microsoft.com/office/officeart/2005/8/layout/hierarchy1"/>
    <dgm:cxn modelId="{6B9F6758-1D2C-46E8-BF5E-C4F1B4A33EFA}" type="presParOf" srcId="{0D0F5FC5-AA2A-4779-A073-97F119E48024}" destId="{FB18A747-D0DC-4E60-874C-BF166386F33D}" srcOrd="1" destOrd="0" presId="urn:microsoft.com/office/officeart/2005/8/layout/hierarchy1"/>
    <dgm:cxn modelId="{C9E6CE67-94A1-4CD5-A418-383C4AACD951}" type="presParOf" srcId="{FB18A747-D0DC-4E60-874C-BF166386F33D}" destId="{116DE98C-CD2C-4F85-BC20-AB3E36EB6101}" srcOrd="0" destOrd="0" presId="urn:microsoft.com/office/officeart/2005/8/layout/hierarchy1"/>
    <dgm:cxn modelId="{F27E99AF-990B-4232-A310-AECBD7BBD8F1}" type="presParOf" srcId="{FB18A747-D0DC-4E60-874C-BF166386F33D}" destId="{D9DAC683-42D2-4547-A1E2-3DA803C2D17B}" srcOrd="1" destOrd="0" presId="urn:microsoft.com/office/officeart/2005/8/layout/hierarchy1"/>
    <dgm:cxn modelId="{4D429095-9B17-4631-9A63-90634B068574}" type="presParOf" srcId="{D9DAC683-42D2-4547-A1E2-3DA803C2D17B}" destId="{0FFEE7D6-4478-4A70-9D37-6C9F9F496CF2}" srcOrd="0" destOrd="0" presId="urn:microsoft.com/office/officeart/2005/8/layout/hierarchy1"/>
    <dgm:cxn modelId="{79342ECB-37D8-4949-AB9F-B4B74D7C5B72}" type="presParOf" srcId="{0FFEE7D6-4478-4A70-9D37-6C9F9F496CF2}" destId="{B6B30970-62AD-459B-8953-7CBB7EB2B280}" srcOrd="0" destOrd="0" presId="urn:microsoft.com/office/officeart/2005/8/layout/hierarchy1"/>
    <dgm:cxn modelId="{D436FB99-298B-4457-A1F2-1AB5EC00C532}" type="presParOf" srcId="{0FFEE7D6-4478-4A70-9D37-6C9F9F496CF2}" destId="{6DA1A1C6-56AA-4646-867A-F76AA3AB89AD}" srcOrd="1" destOrd="0" presId="urn:microsoft.com/office/officeart/2005/8/layout/hierarchy1"/>
    <dgm:cxn modelId="{E6CFAE90-A3ED-4CA9-8D08-421FE3A8834F}" type="presParOf" srcId="{D9DAC683-42D2-4547-A1E2-3DA803C2D17B}" destId="{BF39C8A9-4439-4702-A15C-AB27A25889DB}" srcOrd="1" destOrd="0" presId="urn:microsoft.com/office/officeart/2005/8/layout/hierarchy1"/>
    <dgm:cxn modelId="{C6A98597-BD13-4F5E-91D4-1C919213ED70}" type="presParOf" srcId="{BF39C8A9-4439-4702-A15C-AB27A25889DB}" destId="{0F93AC30-F5E0-40DC-A3E9-2B993CBD00DE}" srcOrd="0" destOrd="0" presId="urn:microsoft.com/office/officeart/2005/8/layout/hierarchy1"/>
    <dgm:cxn modelId="{1FDD709E-729A-49A9-805A-42DBDB24A5FB}" type="presParOf" srcId="{BF39C8A9-4439-4702-A15C-AB27A25889DB}" destId="{1B7BC2E0-516C-4E3A-995C-8C071974FA80}" srcOrd="1" destOrd="0" presId="urn:microsoft.com/office/officeart/2005/8/layout/hierarchy1"/>
    <dgm:cxn modelId="{850F4C39-132B-47B3-8D28-67E1DE821D91}" type="presParOf" srcId="{1B7BC2E0-516C-4E3A-995C-8C071974FA80}" destId="{CDD61A91-68AA-4223-9BE4-DB1BE1BFA104}" srcOrd="0" destOrd="0" presId="urn:microsoft.com/office/officeart/2005/8/layout/hierarchy1"/>
    <dgm:cxn modelId="{AEEADD16-8300-43FA-9CAA-53714AFB3230}" type="presParOf" srcId="{CDD61A91-68AA-4223-9BE4-DB1BE1BFA104}" destId="{09EC589A-4B90-4278-8BB9-8CA8B8E99E76}" srcOrd="0" destOrd="0" presId="urn:microsoft.com/office/officeart/2005/8/layout/hierarchy1"/>
    <dgm:cxn modelId="{11A217CF-BF24-4FE9-BDAE-06C800D7722D}" type="presParOf" srcId="{CDD61A91-68AA-4223-9BE4-DB1BE1BFA104}" destId="{79359494-2240-4E07-BF52-39EBFB7DDD1B}" srcOrd="1" destOrd="0" presId="urn:microsoft.com/office/officeart/2005/8/layout/hierarchy1"/>
    <dgm:cxn modelId="{151EF64C-AB6E-44DE-BA7F-AEEF33DF187C}" type="presParOf" srcId="{1B7BC2E0-516C-4E3A-995C-8C071974FA80}" destId="{B0D2B993-5137-49B3-976D-A1E6921CC455}" srcOrd="1" destOrd="0" presId="urn:microsoft.com/office/officeart/2005/8/layout/hierarchy1"/>
    <dgm:cxn modelId="{E9AA2493-E422-4714-8FB0-20FEA050B8DE}" type="presParOf" srcId="{00D2C2ED-9009-4C10-83F8-8684FAFBD012}" destId="{5182FBFC-B6ED-4F98-9A47-72F47FBA8476}" srcOrd="2" destOrd="0" presId="urn:microsoft.com/office/officeart/2005/8/layout/hierarchy1"/>
    <dgm:cxn modelId="{DE7712AF-4DBD-4A23-A35D-CD5210BD381F}" type="presParOf" srcId="{00D2C2ED-9009-4C10-83F8-8684FAFBD012}" destId="{BE524FB2-7F31-4868-9010-BBBA9EA1790A}" srcOrd="3" destOrd="0" presId="urn:microsoft.com/office/officeart/2005/8/layout/hierarchy1"/>
    <dgm:cxn modelId="{61D7308D-214C-4F45-A2AA-2FFB087782D6}" type="presParOf" srcId="{BE524FB2-7F31-4868-9010-BBBA9EA1790A}" destId="{2859831E-02C9-4C6F-B33A-CE054E0B80EB}" srcOrd="0" destOrd="0" presId="urn:microsoft.com/office/officeart/2005/8/layout/hierarchy1"/>
    <dgm:cxn modelId="{AD005224-FC52-46B1-9143-5F8676DC473D}" type="presParOf" srcId="{2859831E-02C9-4C6F-B33A-CE054E0B80EB}" destId="{99C4AE64-AC55-438F-AA21-88FD871E4D92}" srcOrd="0" destOrd="0" presId="urn:microsoft.com/office/officeart/2005/8/layout/hierarchy1"/>
    <dgm:cxn modelId="{B08AE6C5-8C0B-4F7C-BAB2-E352EE9407EF}" type="presParOf" srcId="{2859831E-02C9-4C6F-B33A-CE054E0B80EB}" destId="{B70D198F-123B-42D8-86E2-06D1A0485F9D}" srcOrd="1" destOrd="0" presId="urn:microsoft.com/office/officeart/2005/8/layout/hierarchy1"/>
    <dgm:cxn modelId="{2BFEDDD8-533D-4D12-9E84-4E374CCF87A0}" type="presParOf" srcId="{BE524FB2-7F31-4868-9010-BBBA9EA1790A}" destId="{4CC935D4-54BA-4D67-B77B-54D99A42FEA2}" srcOrd="1" destOrd="0" presId="urn:microsoft.com/office/officeart/2005/8/layout/hierarchy1"/>
    <dgm:cxn modelId="{6B3DEEFB-1B82-4118-9B53-931F10C8E434}" type="presParOf" srcId="{4CC935D4-54BA-4D67-B77B-54D99A42FEA2}" destId="{9EA3BB90-6C64-44DB-A348-9097F5DB2D7D}" srcOrd="0" destOrd="0" presId="urn:microsoft.com/office/officeart/2005/8/layout/hierarchy1"/>
    <dgm:cxn modelId="{C9B66F80-F0E8-4EB6-913F-AA81AE8E8D09}" type="presParOf" srcId="{4CC935D4-54BA-4D67-B77B-54D99A42FEA2}" destId="{9B7C9AD4-3616-42FC-AF7E-69939A91464F}" srcOrd="1" destOrd="0" presId="urn:microsoft.com/office/officeart/2005/8/layout/hierarchy1"/>
    <dgm:cxn modelId="{86E53A4D-28FE-49C2-AE70-5083994DE067}" type="presParOf" srcId="{9B7C9AD4-3616-42FC-AF7E-69939A91464F}" destId="{6B586E3D-F055-4E22-9203-A56B8DB1BFFD}" srcOrd="0" destOrd="0" presId="urn:microsoft.com/office/officeart/2005/8/layout/hierarchy1"/>
    <dgm:cxn modelId="{74E8C640-437E-493F-81CF-EB608D6FC102}" type="presParOf" srcId="{6B586E3D-F055-4E22-9203-A56B8DB1BFFD}" destId="{A156EA28-7ACA-4049-A04C-CA04E2F316CB}" srcOrd="0" destOrd="0" presId="urn:microsoft.com/office/officeart/2005/8/layout/hierarchy1"/>
    <dgm:cxn modelId="{0BF5A7A5-A50A-4B35-A455-7648F1C97B24}" type="presParOf" srcId="{6B586E3D-F055-4E22-9203-A56B8DB1BFFD}" destId="{9B1DBB28-BFB7-4F83-B90F-6EAA1FD96BBF}" srcOrd="1" destOrd="0" presId="urn:microsoft.com/office/officeart/2005/8/layout/hierarchy1"/>
    <dgm:cxn modelId="{595E759E-67AA-4446-A9AD-49B5CD661971}" type="presParOf" srcId="{9B7C9AD4-3616-42FC-AF7E-69939A91464F}" destId="{05514E02-1FD1-4D44-B836-8F7BEA65935C}" srcOrd="1" destOrd="0" presId="urn:microsoft.com/office/officeart/2005/8/layout/hierarchy1"/>
    <dgm:cxn modelId="{F4AF61B3-2971-4811-9EF9-C9B18A77DB63}" type="presParOf" srcId="{05514E02-1FD1-4D44-B836-8F7BEA65935C}" destId="{558E1922-72AF-488B-AA2F-DA82FE24EC06}" srcOrd="0" destOrd="0" presId="urn:microsoft.com/office/officeart/2005/8/layout/hierarchy1"/>
    <dgm:cxn modelId="{FA615DD9-2155-4C6E-B130-52949561E0E1}" type="presParOf" srcId="{05514E02-1FD1-4D44-B836-8F7BEA65935C}" destId="{44EFF897-D9DA-4091-B48C-B45011B7E999}" srcOrd="1" destOrd="0" presId="urn:microsoft.com/office/officeart/2005/8/layout/hierarchy1"/>
    <dgm:cxn modelId="{3EA2D1AF-BDA2-4D32-A454-5CE2E1B83E58}" type="presParOf" srcId="{44EFF897-D9DA-4091-B48C-B45011B7E999}" destId="{536A743E-8B47-4210-B94A-6CB6A32A9C8D}" srcOrd="0" destOrd="0" presId="urn:microsoft.com/office/officeart/2005/8/layout/hierarchy1"/>
    <dgm:cxn modelId="{D1AFCAE9-116E-4CFC-99F7-21120C3E8331}" type="presParOf" srcId="{536A743E-8B47-4210-B94A-6CB6A32A9C8D}" destId="{D666721E-1137-4BEB-BB35-88AB056CE4B0}" srcOrd="0" destOrd="0" presId="urn:microsoft.com/office/officeart/2005/8/layout/hierarchy1"/>
    <dgm:cxn modelId="{CEEFCC5B-F97C-4AFF-A40D-E780838BED5C}" type="presParOf" srcId="{536A743E-8B47-4210-B94A-6CB6A32A9C8D}" destId="{40957890-8083-4739-AF56-FB60D8095E7A}" srcOrd="1" destOrd="0" presId="urn:microsoft.com/office/officeart/2005/8/layout/hierarchy1"/>
    <dgm:cxn modelId="{50F6536E-0C65-4AEE-A68F-516578B21D14}" type="presParOf" srcId="{44EFF897-D9DA-4091-B48C-B45011B7E999}" destId="{5D1CAF04-54E5-4974-9A83-76E099061A90}" srcOrd="1" destOrd="0" presId="urn:microsoft.com/office/officeart/2005/8/layout/hierarchy1"/>
    <dgm:cxn modelId="{B02C9714-3512-4E57-BF4B-9C2D434BF9B9}" type="presParOf" srcId="{00D2C2ED-9009-4C10-83F8-8684FAFBD012}" destId="{04BB8A37-734E-4773-A725-4B4A4781E612}" srcOrd="4" destOrd="0" presId="urn:microsoft.com/office/officeart/2005/8/layout/hierarchy1"/>
    <dgm:cxn modelId="{7BABB526-C72F-4844-AD03-2A4D82A106C4}" type="presParOf" srcId="{00D2C2ED-9009-4C10-83F8-8684FAFBD012}" destId="{5AA22093-1B07-43F6-9B66-3EDB3C6ACC75}" srcOrd="5" destOrd="0" presId="urn:microsoft.com/office/officeart/2005/8/layout/hierarchy1"/>
    <dgm:cxn modelId="{72E0CFEB-3A47-4745-82EB-5EDD8AE861BA}" type="presParOf" srcId="{5AA22093-1B07-43F6-9B66-3EDB3C6ACC75}" destId="{8616FFB0-330A-4048-96C5-601EC747055E}" srcOrd="0" destOrd="0" presId="urn:microsoft.com/office/officeart/2005/8/layout/hierarchy1"/>
    <dgm:cxn modelId="{6BE21D3A-E4FD-462E-993D-33F269D6DD8F}" type="presParOf" srcId="{8616FFB0-330A-4048-96C5-601EC747055E}" destId="{B4724514-2BD8-443E-8C2E-4F9A1C8629B1}" srcOrd="0" destOrd="0" presId="urn:microsoft.com/office/officeart/2005/8/layout/hierarchy1"/>
    <dgm:cxn modelId="{2AFC19B5-87B9-4733-9CCE-A84E541572CE}" type="presParOf" srcId="{8616FFB0-330A-4048-96C5-601EC747055E}" destId="{BC04B770-4D2C-4D55-8218-8A9EAA31F036}" srcOrd="1" destOrd="0" presId="urn:microsoft.com/office/officeart/2005/8/layout/hierarchy1"/>
    <dgm:cxn modelId="{85BCB867-F577-4893-9F43-F04E6AEFD392}" type="presParOf" srcId="{5AA22093-1B07-43F6-9B66-3EDB3C6ACC75}" destId="{3ED8559E-F3FB-4BEE-AA4E-922FCCB58628}" srcOrd="1" destOrd="0" presId="urn:microsoft.com/office/officeart/2005/8/layout/hierarchy1"/>
    <dgm:cxn modelId="{EF94D2CE-0A9B-4C65-AEB2-797D48BE2899}" type="presParOf" srcId="{3ED8559E-F3FB-4BEE-AA4E-922FCCB58628}" destId="{2034FF1F-75BD-4099-B7C0-30069BF1726B}" srcOrd="0" destOrd="0" presId="urn:microsoft.com/office/officeart/2005/8/layout/hierarchy1"/>
    <dgm:cxn modelId="{EA62DECC-A388-485A-9A06-C0908D1E5138}" type="presParOf" srcId="{3ED8559E-F3FB-4BEE-AA4E-922FCCB58628}" destId="{98CCB634-A09D-4CE6-A6BB-961075FF5F01}" srcOrd="1" destOrd="0" presId="urn:microsoft.com/office/officeart/2005/8/layout/hierarchy1"/>
    <dgm:cxn modelId="{51C7244C-5488-4E16-BA75-4D662A3376CE}" type="presParOf" srcId="{98CCB634-A09D-4CE6-A6BB-961075FF5F01}" destId="{57EF9001-ABEC-41E1-AD85-37FE85B6ADBE}" srcOrd="0" destOrd="0" presId="urn:microsoft.com/office/officeart/2005/8/layout/hierarchy1"/>
    <dgm:cxn modelId="{923D788D-04B4-40B6-A6D4-5099D8FFD0F3}" type="presParOf" srcId="{57EF9001-ABEC-41E1-AD85-37FE85B6ADBE}" destId="{8C409086-571C-4C93-B362-AD05890C9CAB}" srcOrd="0" destOrd="0" presId="urn:microsoft.com/office/officeart/2005/8/layout/hierarchy1"/>
    <dgm:cxn modelId="{B94CEA36-A54C-4BBC-83FF-6D778DE3D2B2}" type="presParOf" srcId="{57EF9001-ABEC-41E1-AD85-37FE85B6ADBE}" destId="{2C245AE4-F264-4EE8-AE95-79CC1EB72F47}" srcOrd="1" destOrd="0" presId="urn:microsoft.com/office/officeart/2005/8/layout/hierarchy1"/>
    <dgm:cxn modelId="{B9791FC0-DEE4-46ED-8E72-033B66814DD9}" type="presParOf" srcId="{98CCB634-A09D-4CE6-A6BB-961075FF5F01}" destId="{CB157E5A-F29B-4AD1-878F-44EA7B2CA0A8}" srcOrd="1" destOrd="0" presId="urn:microsoft.com/office/officeart/2005/8/layout/hierarchy1"/>
    <dgm:cxn modelId="{8914CABC-BC14-42F7-B228-41FB42C543CC}" type="presParOf" srcId="{CB157E5A-F29B-4AD1-878F-44EA7B2CA0A8}" destId="{665807DF-8AB4-4C4C-8935-7168484B66E7}" srcOrd="0" destOrd="0" presId="urn:microsoft.com/office/officeart/2005/8/layout/hierarchy1"/>
    <dgm:cxn modelId="{1730F181-1305-43F7-A3A2-83AEAD26562D}" type="presParOf" srcId="{CB157E5A-F29B-4AD1-878F-44EA7B2CA0A8}" destId="{F0A110C9-5A9A-42C9-884D-DCB197A71903}" srcOrd="1" destOrd="0" presId="urn:microsoft.com/office/officeart/2005/8/layout/hierarchy1"/>
    <dgm:cxn modelId="{221CCB19-C5E3-4734-A9AF-113711F7BB1E}" type="presParOf" srcId="{F0A110C9-5A9A-42C9-884D-DCB197A71903}" destId="{0CFF1A80-4654-4C12-B9EA-AB2989B81716}" srcOrd="0" destOrd="0" presId="urn:microsoft.com/office/officeart/2005/8/layout/hierarchy1"/>
    <dgm:cxn modelId="{9A247918-5DBB-4288-BABF-6D5FC59685FA}" type="presParOf" srcId="{0CFF1A80-4654-4C12-B9EA-AB2989B81716}" destId="{F589A270-E3DD-4462-B1E3-71AC252822BD}" srcOrd="0" destOrd="0" presId="urn:microsoft.com/office/officeart/2005/8/layout/hierarchy1"/>
    <dgm:cxn modelId="{71C13818-6198-4999-B5A7-43C9879A447C}" type="presParOf" srcId="{0CFF1A80-4654-4C12-B9EA-AB2989B81716}" destId="{9FCC0FA9-D06B-4CEC-BDF2-E81CC9A3B24D}" srcOrd="1" destOrd="0" presId="urn:microsoft.com/office/officeart/2005/8/layout/hierarchy1"/>
    <dgm:cxn modelId="{3071C916-C9EA-4C60-82D7-4923CE92BBF3}" type="presParOf" srcId="{F0A110C9-5A9A-42C9-884D-DCB197A71903}" destId="{DE0D5D5A-C7E3-42D4-A9C0-E5C58F24AB0D}" srcOrd="1" destOrd="0" presId="urn:microsoft.com/office/officeart/2005/8/layout/hierarchy1"/>
    <dgm:cxn modelId="{E8DBD76B-318D-4DE5-868A-F9A67ECA0C5C}" type="presParOf" srcId="{AC234F98-65CB-40FF-AF1C-A26528E5595D}" destId="{1C2D061F-FBA8-4484-98B6-2E5D25632B0A}" srcOrd="2" destOrd="0" presId="urn:microsoft.com/office/officeart/2005/8/layout/hierarchy1"/>
    <dgm:cxn modelId="{10DDA9A7-1437-4350-8DB5-271CC47E1D5E}" type="presParOf" srcId="{AC234F98-65CB-40FF-AF1C-A26528E5595D}" destId="{BA9AC072-3F6F-4C6D-BD09-A6A6A4AE3C3E}" srcOrd="3" destOrd="0" presId="urn:microsoft.com/office/officeart/2005/8/layout/hierarchy1"/>
    <dgm:cxn modelId="{FE15FE49-74F6-4838-A120-EC72175D08C1}" type="presParOf" srcId="{BA9AC072-3F6F-4C6D-BD09-A6A6A4AE3C3E}" destId="{83FA409A-8F6D-46E7-8269-788DE5347300}" srcOrd="0" destOrd="0" presId="urn:microsoft.com/office/officeart/2005/8/layout/hierarchy1"/>
    <dgm:cxn modelId="{48E03016-1551-4733-8B5F-64AABF67E32E}" type="presParOf" srcId="{83FA409A-8F6D-46E7-8269-788DE5347300}" destId="{283D0044-0758-4D7B-A6C6-FFDEC9781DA3}" srcOrd="0" destOrd="0" presId="urn:microsoft.com/office/officeart/2005/8/layout/hierarchy1"/>
    <dgm:cxn modelId="{330918EE-6E01-4210-9721-6CF75536F299}" type="presParOf" srcId="{83FA409A-8F6D-46E7-8269-788DE5347300}" destId="{A63ED0B4-36EE-4B4E-8C0B-A1C1E126CE4A}" srcOrd="1" destOrd="0" presId="urn:microsoft.com/office/officeart/2005/8/layout/hierarchy1"/>
    <dgm:cxn modelId="{BE603086-BB7E-4AD1-9E63-525F09AA8D52}" type="presParOf" srcId="{BA9AC072-3F6F-4C6D-BD09-A6A6A4AE3C3E}" destId="{4F8BFD62-DF69-40EA-A5BE-C4106241F3D3}" srcOrd="1" destOrd="0" presId="urn:microsoft.com/office/officeart/2005/8/layout/hierarchy1"/>
    <dgm:cxn modelId="{4FF0F36E-29EA-49DB-860C-016B582949E4}" type="presParOf" srcId="{4F8BFD62-DF69-40EA-A5BE-C4106241F3D3}" destId="{D158ED6D-0178-4636-9EB2-7FB300831633}" srcOrd="0" destOrd="0" presId="urn:microsoft.com/office/officeart/2005/8/layout/hierarchy1"/>
    <dgm:cxn modelId="{F25FA0FF-9572-48AC-961F-8F323196D664}" type="presParOf" srcId="{4F8BFD62-DF69-40EA-A5BE-C4106241F3D3}" destId="{1258E2D6-4535-4A7C-B45C-41D7DEC04A12}" srcOrd="1" destOrd="0" presId="urn:microsoft.com/office/officeart/2005/8/layout/hierarchy1"/>
    <dgm:cxn modelId="{7A4975E9-11F7-4358-8331-17240D782ADB}" type="presParOf" srcId="{1258E2D6-4535-4A7C-B45C-41D7DEC04A12}" destId="{E003EFC4-D76E-4DC3-9FD9-78B5D7F04092}" srcOrd="0" destOrd="0" presId="urn:microsoft.com/office/officeart/2005/8/layout/hierarchy1"/>
    <dgm:cxn modelId="{7824F12A-6F67-4E39-A118-9721E039ED5E}" type="presParOf" srcId="{E003EFC4-D76E-4DC3-9FD9-78B5D7F04092}" destId="{98197C16-D38B-4752-AD3B-5CC385B25B13}" srcOrd="0" destOrd="0" presId="urn:microsoft.com/office/officeart/2005/8/layout/hierarchy1"/>
    <dgm:cxn modelId="{61B53853-7D3C-477F-87CD-FF14BF667AE0}" type="presParOf" srcId="{E003EFC4-D76E-4DC3-9FD9-78B5D7F04092}" destId="{FDAD92D2-0BE5-46DE-8DDF-B98BDF8B8E2C}" srcOrd="1" destOrd="0" presId="urn:microsoft.com/office/officeart/2005/8/layout/hierarchy1"/>
    <dgm:cxn modelId="{90EAD595-A129-413E-AFD6-1AB967D3D01E}" type="presParOf" srcId="{1258E2D6-4535-4A7C-B45C-41D7DEC04A12}" destId="{B22C202F-64F9-426E-9BE0-1856C2627830}" srcOrd="1" destOrd="0" presId="urn:microsoft.com/office/officeart/2005/8/layout/hierarchy1"/>
    <dgm:cxn modelId="{D6BF98C9-B441-4C6F-BCF0-54E6745F090E}" type="presParOf" srcId="{4F8BFD62-DF69-40EA-A5BE-C4106241F3D3}" destId="{6F43D4E8-9D16-41E0-9A2F-37600FA078E3}" srcOrd="2" destOrd="0" presId="urn:microsoft.com/office/officeart/2005/8/layout/hierarchy1"/>
    <dgm:cxn modelId="{E0343EE3-A4E6-4AD7-A890-0E69379E1F86}" type="presParOf" srcId="{4F8BFD62-DF69-40EA-A5BE-C4106241F3D3}" destId="{C80D3783-7D39-4D1B-B483-84F57A42942E}" srcOrd="3" destOrd="0" presId="urn:microsoft.com/office/officeart/2005/8/layout/hierarchy1"/>
    <dgm:cxn modelId="{CFDB843C-4FD2-47AE-A3D1-F9EF171C16DA}" type="presParOf" srcId="{C80D3783-7D39-4D1B-B483-84F57A42942E}" destId="{34E02125-55A6-4349-B811-476EF8B3A4BB}" srcOrd="0" destOrd="0" presId="urn:microsoft.com/office/officeart/2005/8/layout/hierarchy1"/>
    <dgm:cxn modelId="{E88F17F0-5063-4ED2-990E-5F269C32EFAF}" type="presParOf" srcId="{34E02125-55A6-4349-B811-476EF8B3A4BB}" destId="{42A48926-C958-4E74-A3C4-4B20276A54E1}" srcOrd="0" destOrd="0" presId="urn:microsoft.com/office/officeart/2005/8/layout/hierarchy1"/>
    <dgm:cxn modelId="{D4956D1D-8D35-45A6-8D34-E4ECC414B73A}" type="presParOf" srcId="{34E02125-55A6-4349-B811-476EF8B3A4BB}" destId="{E67E28EB-240B-49DB-93BE-259F0DE83733}" srcOrd="1" destOrd="0" presId="urn:microsoft.com/office/officeart/2005/8/layout/hierarchy1"/>
    <dgm:cxn modelId="{0CE2CEAC-8093-4D55-9228-09A33F5F77AE}" type="presParOf" srcId="{C80D3783-7D39-4D1B-B483-84F57A42942E}" destId="{CE363943-317F-46A1-9ABD-25D080EED4B1}" srcOrd="1" destOrd="0" presId="urn:microsoft.com/office/officeart/2005/8/layout/hierarchy1"/>
    <dgm:cxn modelId="{75E97B83-1D87-463C-AD75-5454E553290E}" type="presParOf" srcId="{4F8BFD62-DF69-40EA-A5BE-C4106241F3D3}" destId="{3861461C-17AD-4BD2-9037-0C6DB5642542}" srcOrd="4" destOrd="0" presId="urn:microsoft.com/office/officeart/2005/8/layout/hierarchy1"/>
    <dgm:cxn modelId="{3BECB238-9005-4875-B27C-74BBE92E47C3}" type="presParOf" srcId="{4F8BFD62-DF69-40EA-A5BE-C4106241F3D3}" destId="{5CA56039-5CC7-4514-BB8E-F99F3E26B2A1}" srcOrd="5" destOrd="0" presId="urn:microsoft.com/office/officeart/2005/8/layout/hierarchy1"/>
    <dgm:cxn modelId="{CAAA21A9-5179-4360-9C5E-C18B3D6767C0}" type="presParOf" srcId="{5CA56039-5CC7-4514-BB8E-F99F3E26B2A1}" destId="{F2B7331C-F55F-42EA-9FEA-494B4855AD41}" srcOrd="0" destOrd="0" presId="urn:microsoft.com/office/officeart/2005/8/layout/hierarchy1"/>
    <dgm:cxn modelId="{26B889E2-B845-4198-8961-D98FBECFC2A5}" type="presParOf" srcId="{F2B7331C-F55F-42EA-9FEA-494B4855AD41}" destId="{B28D39DE-7302-4B19-9CA0-C0576A96DD9A}" srcOrd="0" destOrd="0" presId="urn:microsoft.com/office/officeart/2005/8/layout/hierarchy1"/>
    <dgm:cxn modelId="{C503D527-D062-4FDD-931A-80EE50C9BA05}" type="presParOf" srcId="{F2B7331C-F55F-42EA-9FEA-494B4855AD41}" destId="{B8FE5C32-6067-4E7B-B763-ABE5E13668DF}" srcOrd="1" destOrd="0" presId="urn:microsoft.com/office/officeart/2005/8/layout/hierarchy1"/>
    <dgm:cxn modelId="{D0055E98-B0E4-4231-911B-4C198E715DAC}" type="presParOf" srcId="{5CA56039-5CC7-4514-BB8E-F99F3E26B2A1}" destId="{FFA83204-9D1A-4436-8C74-CA3A0D37414B}" srcOrd="1" destOrd="0" presId="urn:microsoft.com/office/officeart/2005/8/layout/hierarchy1"/>
    <dgm:cxn modelId="{A847BF4D-3A69-4C44-9D23-0A6F1EB1C268}" type="presParOf" srcId="{AC234F98-65CB-40FF-AF1C-A26528E5595D}" destId="{DF47A353-29A7-46E8-98D1-651E473CA598}" srcOrd="4" destOrd="0" presId="urn:microsoft.com/office/officeart/2005/8/layout/hierarchy1"/>
    <dgm:cxn modelId="{3FA44A87-71BB-4E4C-9119-D120100C37D8}" type="presParOf" srcId="{AC234F98-65CB-40FF-AF1C-A26528E5595D}" destId="{3E0FF5E5-F8AE-48C1-A4B3-92982002FE70}" srcOrd="5" destOrd="0" presId="urn:microsoft.com/office/officeart/2005/8/layout/hierarchy1"/>
    <dgm:cxn modelId="{D78CA6BA-4099-4D5D-954C-7FCBAAE2C5DE}" type="presParOf" srcId="{3E0FF5E5-F8AE-48C1-A4B3-92982002FE70}" destId="{88A907FF-257B-4AD1-AA5B-ED8EA3FA1BFE}" srcOrd="0" destOrd="0" presId="urn:microsoft.com/office/officeart/2005/8/layout/hierarchy1"/>
    <dgm:cxn modelId="{595FED32-E3A3-4A60-9AF1-0C71FF770A76}" type="presParOf" srcId="{88A907FF-257B-4AD1-AA5B-ED8EA3FA1BFE}" destId="{25502F3A-DB5F-4C2F-9FAA-F7AD5FE33052}" srcOrd="0" destOrd="0" presId="urn:microsoft.com/office/officeart/2005/8/layout/hierarchy1"/>
    <dgm:cxn modelId="{83113DA5-5545-4F8A-B7A7-EE90D6B7E470}" type="presParOf" srcId="{88A907FF-257B-4AD1-AA5B-ED8EA3FA1BFE}" destId="{0D087963-9D55-4D64-AD4E-3E7D6153E8B0}" srcOrd="1" destOrd="0" presId="urn:microsoft.com/office/officeart/2005/8/layout/hierarchy1"/>
    <dgm:cxn modelId="{8162EC95-B9C2-48D4-93C0-EF4946EED53C}" type="presParOf" srcId="{3E0FF5E5-F8AE-48C1-A4B3-92982002FE70}" destId="{9A533391-54A4-4CF7-A7B6-7FC156A9B743}" srcOrd="1" destOrd="0" presId="urn:microsoft.com/office/officeart/2005/8/layout/hierarchy1"/>
    <dgm:cxn modelId="{B33DBF96-E59A-4D39-91A4-6575401423EF}" type="presParOf" srcId="{9A533391-54A4-4CF7-A7B6-7FC156A9B743}" destId="{7529A8A2-EB1A-4A57-9D15-C1B5E816030E}" srcOrd="0" destOrd="0" presId="urn:microsoft.com/office/officeart/2005/8/layout/hierarchy1"/>
    <dgm:cxn modelId="{B06D3B58-CDC4-4EDF-97B3-3476B8A4A9E6}" type="presParOf" srcId="{9A533391-54A4-4CF7-A7B6-7FC156A9B743}" destId="{633AFFAF-BE78-45C6-AB30-8384DED55DB1}" srcOrd="1" destOrd="0" presId="urn:microsoft.com/office/officeart/2005/8/layout/hierarchy1"/>
    <dgm:cxn modelId="{367C81E1-1C82-4DA4-B30E-86D04087A170}" type="presParOf" srcId="{633AFFAF-BE78-45C6-AB30-8384DED55DB1}" destId="{C9A74F5E-CEC0-4C69-BAD8-C5D23F403332}" srcOrd="0" destOrd="0" presId="urn:microsoft.com/office/officeart/2005/8/layout/hierarchy1"/>
    <dgm:cxn modelId="{534B28D4-C0A9-4583-8BDD-BAA6845F8152}" type="presParOf" srcId="{C9A74F5E-CEC0-4C69-BAD8-C5D23F403332}" destId="{62D5ACCD-69C4-40BE-AF7E-901E95352D57}" srcOrd="0" destOrd="0" presId="urn:microsoft.com/office/officeart/2005/8/layout/hierarchy1"/>
    <dgm:cxn modelId="{E3C12A8C-2119-42A5-873A-0087D66118D0}" type="presParOf" srcId="{C9A74F5E-CEC0-4C69-BAD8-C5D23F403332}" destId="{F04534EA-F1E2-4711-9AC4-4346126598D3}" srcOrd="1" destOrd="0" presId="urn:microsoft.com/office/officeart/2005/8/layout/hierarchy1"/>
    <dgm:cxn modelId="{BC9FDFC9-1DED-4A01-A563-3E250002A9E9}" type="presParOf" srcId="{633AFFAF-BE78-45C6-AB30-8384DED55DB1}" destId="{96C27421-0EA4-4B91-9E1E-95E15F15224E}" srcOrd="1" destOrd="0" presId="urn:microsoft.com/office/officeart/2005/8/layout/hierarchy1"/>
    <dgm:cxn modelId="{F0CAD34C-9C36-462B-9B6A-803A094AE56D}" type="presParOf" srcId="{9A533391-54A4-4CF7-A7B6-7FC156A9B743}" destId="{F1FBE227-2069-419E-8863-09FA57AA4C4F}" srcOrd="2" destOrd="0" presId="urn:microsoft.com/office/officeart/2005/8/layout/hierarchy1"/>
    <dgm:cxn modelId="{E9A9CA41-D565-4694-8D28-5CE9C2B15BEF}" type="presParOf" srcId="{9A533391-54A4-4CF7-A7B6-7FC156A9B743}" destId="{0B323B1E-DF0C-4864-9795-546510144A37}" srcOrd="3" destOrd="0" presId="urn:microsoft.com/office/officeart/2005/8/layout/hierarchy1"/>
    <dgm:cxn modelId="{8EC062C6-5E57-4FE8-B58B-EC77AD6C969A}" type="presParOf" srcId="{0B323B1E-DF0C-4864-9795-546510144A37}" destId="{4037A223-F3F6-44C4-8B59-82D1315DABB5}" srcOrd="0" destOrd="0" presId="urn:microsoft.com/office/officeart/2005/8/layout/hierarchy1"/>
    <dgm:cxn modelId="{0962F73E-19D9-43EA-9772-35A0D28DD075}" type="presParOf" srcId="{4037A223-F3F6-44C4-8B59-82D1315DABB5}" destId="{0B462D7A-314B-47B5-B9D8-79B411BA9587}" srcOrd="0" destOrd="0" presId="urn:microsoft.com/office/officeart/2005/8/layout/hierarchy1"/>
    <dgm:cxn modelId="{645A6DEC-9EF9-4745-AC26-D99F7E0777C5}" type="presParOf" srcId="{4037A223-F3F6-44C4-8B59-82D1315DABB5}" destId="{AC690CC8-5BD3-4911-A464-734849CD2EF0}" srcOrd="1" destOrd="0" presId="urn:microsoft.com/office/officeart/2005/8/layout/hierarchy1"/>
    <dgm:cxn modelId="{8AEF6E42-14A1-474D-BC03-7CEA5B180F4C}" type="presParOf" srcId="{0B323B1E-DF0C-4864-9795-546510144A37}" destId="{757B75F1-569F-495A-AB6D-EDAB8B94FF4C}" srcOrd="1" destOrd="0" presId="urn:microsoft.com/office/officeart/2005/8/layout/hierarchy1"/>
    <dgm:cxn modelId="{DBB430A9-D2EB-49E6-AE3B-A6CE7BB1867B}" type="presParOf" srcId="{9A533391-54A4-4CF7-A7B6-7FC156A9B743}" destId="{33E77769-191A-48AB-9FB9-ECBEB10D2568}" srcOrd="4" destOrd="0" presId="urn:microsoft.com/office/officeart/2005/8/layout/hierarchy1"/>
    <dgm:cxn modelId="{0CEADD69-8B92-4FEB-895B-3714208F05C3}" type="presParOf" srcId="{9A533391-54A4-4CF7-A7B6-7FC156A9B743}" destId="{286A2AE7-9536-4C02-A848-400CF1E0A497}" srcOrd="5" destOrd="0" presId="urn:microsoft.com/office/officeart/2005/8/layout/hierarchy1"/>
    <dgm:cxn modelId="{054B4401-6453-4D8C-A949-08DAC66DE6EC}" type="presParOf" srcId="{286A2AE7-9536-4C02-A848-400CF1E0A497}" destId="{291074E0-4FD6-4B7E-A596-6A7ED0CEDC77}" srcOrd="0" destOrd="0" presId="urn:microsoft.com/office/officeart/2005/8/layout/hierarchy1"/>
    <dgm:cxn modelId="{59AFD2BF-F235-4080-8922-48A22E4EF792}" type="presParOf" srcId="{291074E0-4FD6-4B7E-A596-6A7ED0CEDC77}" destId="{CC042950-B936-4372-8A70-4B0D7F60FA33}" srcOrd="0" destOrd="0" presId="urn:microsoft.com/office/officeart/2005/8/layout/hierarchy1"/>
    <dgm:cxn modelId="{8B2FC2B2-FE4D-44C2-BDD0-2098C907D5E8}" type="presParOf" srcId="{291074E0-4FD6-4B7E-A596-6A7ED0CEDC77}" destId="{A647A5CA-0FF8-4235-8988-6F1D95B8A04F}" srcOrd="1" destOrd="0" presId="urn:microsoft.com/office/officeart/2005/8/layout/hierarchy1"/>
    <dgm:cxn modelId="{7569B9B7-D617-402E-8BC0-D235ED89713A}" type="presParOf" srcId="{286A2AE7-9536-4C02-A848-400CF1E0A497}" destId="{B5C238D2-98F4-460E-B298-F9BE13069A0C}" srcOrd="1" destOrd="0" presId="urn:microsoft.com/office/officeart/2005/8/layout/hierarchy1"/>
    <dgm:cxn modelId="{3FA30320-23BA-4771-9C24-826BEE39C12A}" type="presParOf" srcId="{AC234F98-65CB-40FF-AF1C-A26528E5595D}" destId="{43BC0314-8499-4F5B-9299-4F2825D32EC2}" srcOrd="6" destOrd="0" presId="urn:microsoft.com/office/officeart/2005/8/layout/hierarchy1"/>
    <dgm:cxn modelId="{7D83E97F-4CAE-498E-A698-B3B1A7132258}" type="presParOf" srcId="{AC234F98-65CB-40FF-AF1C-A26528E5595D}" destId="{5271427B-AB0E-425C-8577-313CB2D3AEDC}" srcOrd="7" destOrd="0" presId="urn:microsoft.com/office/officeart/2005/8/layout/hierarchy1"/>
    <dgm:cxn modelId="{F78DED9A-AE51-4176-827A-19775AB6BDC1}" type="presParOf" srcId="{5271427B-AB0E-425C-8577-313CB2D3AEDC}" destId="{0D4FBE73-B099-4B5D-81EA-40BB9DA4E05D}" srcOrd="0" destOrd="0" presId="urn:microsoft.com/office/officeart/2005/8/layout/hierarchy1"/>
    <dgm:cxn modelId="{D6E881C1-694A-4651-AD5E-C4B0FAC13C88}" type="presParOf" srcId="{0D4FBE73-B099-4B5D-81EA-40BB9DA4E05D}" destId="{422BB4BB-DE82-4F66-B874-73310AE2D871}" srcOrd="0" destOrd="0" presId="urn:microsoft.com/office/officeart/2005/8/layout/hierarchy1"/>
    <dgm:cxn modelId="{E9498669-1A07-48E2-9E7D-EE58AA47ACF0}" type="presParOf" srcId="{0D4FBE73-B099-4B5D-81EA-40BB9DA4E05D}" destId="{3AC929A1-5565-4497-A94B-16FAB7BDAA45}" srcOrd="1" destOrd="0" presId="urn:microsoft.com/office/officeart/2005/8/layout/hierarchy1"/>
    <dgm:cxn modelId="{21455C66-3FE2-4BEF-B02B-E73C5F7DCCD0}" type="presParOf" srcId="{5271427B-AB0E-425C-8577-313CB2D3AEDC}" destId="{F91D3D75-936D-4A22-BF48-AD2C33D11DE5}" srcOrd="1" destOrd="0" presId="urn:microsoft.com/office/officeart/2005/8/layout/hierarchy1"/>
    <dgm:cxn modelId="{2F5369BF-F429-4543-B159-9A2AF6E50F2A}" type="presParOf" srcId="{F91D3D75-936D-4A22-BF48-AD2C33D11DE5}" destId="{EC34A761-6E97-4101-BC27-0F4721DB93D5}" srcOrd="0" destOrd="0" presId="urn:microsoft.com/office/officeart/2005/8/layout/hierarchy1"/>
    <dgm:cxn modelId="{69F28EB4-CF4C-4D75-8044-811E11F134D8}" type="presParOf" srcId="{F91D3D75-936D-4A22-BF48-AD2C33D11DE5}" destId="{A11089CE-7BA4-4DB7-B21C-7FE3CC85FAC2}" srcOrd="1" destOrd="0" presId="urn:microsoft.com/office/officeart/2005/8/layout/hierarchy1"/>
    <dgm:cxn modelId="{5BD83AA5-4763-43E9-8CFD-72FF77E5D548}" type="presParOf" srcId="{A11089CE-7BA4-4DB7-B21C-7FE3CC85FAC2}" destId="{B16C7E24-93D8-40EC-B772-6938E362F2F2}" srcOrd="0" destOrd="0" presId="urn:microsoft.com/office/officeart/2005/8/layout/hierarchy1"/>
    <dgm:cxn modelId="{399F50F1-7443-49A2-85B2-A27A9D726459}" type="presParOf" srcId="{B16C7E24-93D8-40EC-B772-6938E362F2F2}" destId="{73AAF2F4-4C98-439C-880E-6C884AEEB8CB}" srcOrd="0" destOrd="0" presId="urn:microsoft.com/office/officeart/2005/8/layout/hierarchy1"/>
    <dgm:cxn modelId="{C733FF9E-AA46-4FB5-B8C7-52FDCCE4679F}" type="presParOf" srcId="{B16C7E24-93D8-40EC-B772-6938E362F2F2}" destId="{F47093E0-D3C2-44CE-8822-908EFD7B2871}" srcOrd="1" destOrd="0" presId="urn:microsoft.com/office/officeart/2005/8/layout/hierarchy1"/>
    <dgm:cxn modelId="{F39E872F-CE9E-47C6-AFBD-96B58C50EECA}" type="presParOf" srcId="{A11089CE-7BA4-4DB7-B21C-7FE3CC85FAC2}" destId="{8B3F84E7-1F27-4ED8-96DF-AEE5C28A5D41}" srcOrd="1" destOrd="0" presId="urn:microsoft.com/office/officeart/2005/8/layout/hierarchy1"/>
    <dgm:cxn modelId="{444E9D65-2505-4627-A984-E2AF1348BDB3}" type="presParOf" srcId="{F91D3D75-936D-4A22-BF48-AD2C33D11DE5}" destId="{5A12D279-D587-4BD0-A23C-9761C2E4289A}" srcOrd="2" destOrd="0" presId="urn:microsoft.com/office/officeart/2005/8/layout/hierarchy1"/>
    <dgm:cxn modelId="{9D6BD751-9249-4038-B8CA-39B4A5878761}" type="presParOf" srcId="{F91D3D75-936D-4A22-BF48-AD2C33D11DE5}" destId="{70DC430D-5AC8-4F53-83D8-C8C84A691B51}" srcOrd="3" destOrd="0" presId="urn:microsoft.com/office/officeart/2005/8/layout/hierarchy1"/>
    <dgm:cxn modelId="{636170B9-91DA-4FEC-B671-47C0AA1726B2}" type="presParOf" srcId="{70DC430D-5AC8-4F53-83D8-C8C84A691B51}" destId="{FCB45F14-9B38-418E-A188-F1EDA1F4DB4F}" srcOrd="0" destOrd="0" presId="urn:microsoft.com/office/officeart/2005/8/layout/hierarchy1"/>
    <dgm:cxn modelId="{AB316318-3977-48B2-BD71-43D987E33B5C}" type="presParOf" srcId="{FCB45F14-9B38-418E-A188-F1EDA1F4DB4F}" destId="{1CB0F533-CD19-4CB4-A188-B9234C4F80DF}" srcOrd="0" destOrd="0" presId="urn:microsoft.com/office/officeart/2005/8/layout/hierarchy1"/>
    <dgm:cxn modelId="{1451ADFB-4330-4A64-A3D3-A76B6C96AA28}" type="presParOf" srcId="{FCB45F14-9B38-418E-A188-F1EDA1F4DB4F}" destId="{2B57578F-263D-49DF-9EF6-AED7978B1DB2}" srcOrd="1" destOrd="0" presId="urn:microsoft.com/office/officeart/2005/8/layout/hierarchy1"/>
    <dgm:cxn modelId="{932CEEBC-1A80-49EE-8EBA-ADAD3D4EF115}" type="presParOf" srcId="{70DC430D-5AC8-4F53-83D8-C8C84A691B51}" destId="{89005448-356A-494D-BCAD-BF1D4A01E739}" srcOrd="1" destOrd="0" presId="urn:microsoft.com/office/officeart/2005/8/layout/hierarchy1"/>
    <dgm:cxn modelId="{9857A360-8A57-4DB7-B8EF-515F71775CFF}" type="presParOf" srcId="{F91D3D75-936D-4A22-BF48-AD2C33D11DE5}" destId="{D78FC68E-6777-48AB-A41C-B2C69BBE3DEB}" srcOrd="4" destOrd="0" presId="urn:microsoft.com/office/officeart/2005/8/layout/hierarchy1"/>
    <dgm:cxn modelId="{8DF820D9-493B-4714-A8EF-D8F57B6BFD66}" type="presParOf" srcId="{F91D3D75-936D-4A22-BF48-AD2C33D11DE5}" destId="{66B30F49-9459-4897-AB27-EA4956886EB0}" srcOrd="5" destOrd="0" presId="urn:microsoft.com/office/officeart/2005/8/layout/hierarchy1"/>
    <dgm:cxn modelId="{891637EA-F077-4868-A097-5404C364FB9E}" type="presParOf" srcId="{66B30F49-9459-4897-AB27-EA4956886EB0}" destId="{8EEE8839-0929-4DE5-A1CD-02DA3DC5EB6F}" srcOrd="0" destOrd="0" presId="urn:microsoft.com/office/officeart/2005/8/layout/hierarchy1"/>
    <dgm:cxn modelId="{C12403F0-A376-4926-85C1-489FFCFA8CF4}" type="presParOf" srcId="{8EEE8839-0929-4DE5-A1CD-02DA3DC5EB6F}" destId="{3FE819D0-590E-4379-AE24-1D4A4C46AF80}" srcOrd="0" destOrd="0" presId="urn:microsoft.com/office/officeart/2005/8/layout/hierarchy1"/>
    <dgm:cxn modelId="{D38FBECA-BECF-401D-A3E1-70EC13A846A0}" type="presParOf" srcId="{8EEE8839-0929-4DE5-A1CD-02DA3DC5EB6F}" destId="{ED22BFE2-B45A-4E29-9FC9-2F59FBB60509}" srcOrd="1" destOrd="0" presId="urn:microsoft.com/office/officeart/2005/8/layout/hierarchy1"/>
    <dgm:cxn modelId="{D0CDE714-CA84-4867-A3EF-E7EA27CDC608}" type="presParOf" srcId="{66B30F49-9459-4897-AB27-EA4956886EB0}" destId="{B80B7936-4565-4CE6-B488-C1EF15B84406}" srcOrd="1" destOrd="0" presId="urn:microsoft.com/office/officeart/2005/8/layout/hierarchy1"/>
    <dgm:cxn modelId="{D2F03F54-C6BA-450F-BC86-E2F18013626F}" type="presParOf" srcId="{AC234F98-65CB-40FF-AF1C-A26528E5595D}" destId="{1A52A52F-B6CE-4FE4-982B-D611406319C0}" srcOrd="8" destOrd="0" presId="urn:microsoft.com/office/officeart/2005/8/layout/hierarchy1"/>
    <dgm:cxn modelId="{67608183-9EF7-43F6-8791-376A311250B9}" type="presParOf" srcId="{AC234F98-65CB-40FF-AF1C-A26528E5595D}" destId="{F8A94BEF-C866-4A6F-8488-C8BCAC4F01F5}" srcOrd="9" destOrd="0" presId="urn:microsoft.com/office/officeart/2005/8/layout/hierarchy1"/>
    <dgm:cxn modelId="{A6D69C65-FC82-4F69-8438-2E790D6A6F2D}" type="presParOf" srcId="{F8A94BEF-C866-4A6F-8488-C8BCAC4F01F5}" destId="{A9A2589F-AD69-4B63-93D2-AD6F3650CA70}" srcOrd="0" destOrd="0" presId="urn:microsoft.com/office/officeart/2005/8/layout/hierarchy1"/>
    <dgm:cxn modelId="{C3567C5F-A422-4667-9610-A85E2294ED07}" type="presParOf" srcId="{A9A2589F-AD69-4B63-93D2-AD6F3650CA70}" destId="{36F92FAC-91B4-4900-87F4-981372170D17}" srcOrd="0" destOrd="0" presId="urn:microsoft.com/office/officeart/2005/8/layout/hierarchy1"/>
    <dgm:cxn modelId="{2B01C736-90E3-42A8-894D-236D196C1325}" type="presParOf" srcId="{A9A2589F-AD69-4B63-93D2-AD6F3650CA70}" destId="{0D6E63F7-7790-4480-9304-7F16FF08801B}" srcOrd="1" destOrd="0" presId="urn:microsoft.com/office/officeart/2005/8/layout/hierarchy1"/>
    <dgm:cxn modelId="{39AE13A5-4DC9-4D46-897C-7220E7345677}" type="presParOf" srcId="{F8A94BEF-C866-4A6F-8488-C8BCAC4F01F5}" destId="{C02047B1-2FBE-4E37-8B5C-2DD0AABDD2E9}" srcOrd="1" destOrd="0" presId="urn:microsoft.com/office/officeart/2005/8/layout/hierarchy1"/>
    <dgm:cxn modelId="{7CD633B0-EB82-4483-8F12-D0A67956E832}" type="presParOf" srcId="{C02047B1-2FBE-4E37-8B5C-2DD0AABDD2E9}" destId="{0076DF83-87D6-43AC-8EF9-23FA88869024}" srcOrd="0" destOrd="0" presId="urn:microsoft.com/office/officeart/2005/8/layout/hierarchy1"/>
    <dgm:cxn modelId="{60EE453E-A1C6-451E-99F4-75544A132174}" type="presParOf" srcId="{C02047B1-2FBE-4E37-8B5C-2DD0AABDD2E9}" destId="{9978E9E9-B883-413A-A4DB-EE25F1D66EF4}" srcOrd="1" destOrd="0" presId="urn:microsoft.com/office/officeart/2005/8/layout/hierarchy1"/>
    <dgm:cxn modelId="{F353E442-AEEF-4C1C-A770-CBD23C65F8C5}" type="presParOf" srcId="{9978E9E9-B883-413A-A4DB-EE25F1D66EF4}" destId="{76D623ED-FB1A-4D82-A2B9-A5AC6D923F0F}" srcOrd="0" destOrd="0" presId="urn:microsoft.com/office/officeart/2005/8/layout/hierarchy1"/>
    <dgm:cxn modelId="{6B031576-B5D6-4D31-9C3F-16980E057DA0}" type="presParOf" srcId="{76D623ED-FB1A-4D82-A2B9-A5AC6D923F0F}" destId="{B0205CC5-9C7D-4339-86C6-F84BEBCF75E9}" srcOrd="0" destOrd="0" presId="urn:microsoft.com/office/officeart/2005/8/layout/hierarchy1"/>
    <dgm:cxn modelId="{D458D32C-1F99-4ABE-B213-F8C5FEF01893}" type="presParOf" srcId="{76D623ED-FB1A-4D82-A2B9-A5AC6D923F0F}" destId="{D74CD0C6-5FA8-445F-80CE-AC2D5EF5367A}" srcOrd="1" destOrd="0" presId="urn:microsoft.com/office/officeart/2005/8/layout/hierarchy1"/>
    <dgm:cxn modelId="{8F532AE0-5321-4731-8418-E95E7F847BB8}" type="presParOf" srcId="{9978E9E9-B883-413A-A4DB-EE25F1D66EF4}" destId="{9968CC57-A301-43D1-B88F-39329AA61D91}" srcOrd="1" destOrd="0" presId="urn:microsoft.com/office/officeart/2005/8/layout/hierarchy1"/>
    <dgm:cxn modelId="{A9B53B78-3C40-466C-9CAB-95BB017DD4ED}" type="presParOf" srcId="{C02047B1-2FBE-4E37-8B5C-2DD0AABDD2E9}" destId="{8C8B8378-DCD5-4141-947B-F1ED2DD7C657}" srcOrd="2" destOrd="0" presId="urn:microsoft.com/office/officeart/2005/8/layout/hierarchy1"/>
    <dgm:cxn modelId="{61F1661B-1771-445C-9FC1-A06D6A2FAE24}" type="presParOf" srcId="{C02047B1-2FBE-4E37-8B5C-2DD0AABDD2E9}" destId="{40586BC0-3780-44F2-8267-27A900C8B061}" srcOrd="3" destOrd="0" presId="urn:microsoft.com/office/officeart/2005/8/layout/hierarchy1"/>
    <dgm:cxn modelId="{52320FB9-428F-4C42-A42C-3D0143D49B04}" type="presParOf" srcId="{40586BC0-3780-44F2-8267-27A900C8B061}" destId="{B2C6DBE6-5603-4A61-B591-85995E682741}" srcOrd="0" destOrd="0" presId="urn:microsoft.com/office/officeart/2005/8/layout/hierarchy1"/>
    <dgm:cxn modelId="{5A23E0F0-D0AC-4BE7-8226-1DE3DB2624A1}" type="presParOf" srcId="{B2C6DBE6-5603-4A61-B591-85995E682741}" destId="{B1D8D279-D3FA-4115-A701-C67900135468}" srcOrd="0" destOrd="0" presId="urn:microsoft.com/office/officeart/2005/8/layout/hierarchy1"/>
    <dgm:cxn modelId="{892AC3DB-AC19-4AC2-90BB-25D965707D16}" type="presParOf" srcId="{B2C6DBE6-5603-4A61-B591-85995E682741}" destId="{75915D58-D2CB-4128-A688-FA285D9F607F}" srcOrd="1" destOrd="0" presId="urn:microsoft.com/office/officeart/2005/8/layout/hierarchy1"/>
    <dgm:cxn modelId="{1A9F8927-C637-4B72-A615-83D475657B46}" type="presParOf" srcId="{40586BC0-3780-44F2-8267-27A900C8B061}" destId="{BC84EBC5-D717-4AAA-A52A-734802D2F330}" srcOrd="1" destOrd="0" presId="urn:microsoft.com/office/officeart/2005/8/layout/hierarchy1"/>
    <dgm:cxn modelId="{24E1DF52-25AB-461F-8C39-89148B0A6845}" type="presParOf" srcId="{C02047B1-2FBE-4E37-8B5C-2DD0AABDD2E9}" destId="{2D37D3C2-DEB6-4B29-A803-FF396B2876E2}" srcOrd="4" destOrd="0" presId="urn:microsoft.com/office/officeart/2005/8/layout/hierarchy1"/>
    <dgm:cxn modelId="{145E2662-D6EE-4AB4-8CDD-77E9BD375409}" type="presParOf" srcId="{C02047B1-2FBE-4E37-8B5C-2DD0AABDD2E9}" destId="{048F474E-3D2B-4FD4-B628-6278AECC203D}" srcOrd="5" destOrd="0" presId="urn:microsoft.com/office/officeart/2005/8/layout/hierarchy1"/>
    <dgm:cxn modelId="{99A71FC3-2C9A-4BF5-A38C-5F435EACBC16}" type="presParOf" srcId="{048F474E-3D2B-4FD4-B628-6278AECC203D}" destId="{BC1C59E3-2B3E-4930-BA35-51FFA0244288}" srcOrd="0" destOrd="0" presId="urn:microsoft.com/office/officeart/2005/8/layout/hierarchy1"/>
    <dgm:cxn modelId="{F570C7CA-7D2E-4810-8F9C-4B249D6DB252}" type="presParOf" srcId="{BC1C59E3-2B3E-4930-BA35-51FFA0244288}" destId="{EAF88044-62C8-477C-9032-DB212A10A0EC}" srcOrd="0" destOrd="0" presId="urn:microsoft.com/office/officeart/2005/8/layout/hierarchy1"/>
    <dgm:cxn modelId="{DFDD5E68-6F57-47F9-A6B4-CEA8A69A5516}" type="presParOf" srcId="{BC1C59E3-2B3E-4930-BA35-51FFA0244288}" destId="{A1FCED01-B22F-42F6-841D-6DBCD494E87A}" srcOrd="1" destOrd="0" presId="urn:microsoft.com/office/officeart/2005/8/layout/hierarchy1"/>
    <dgm:cxn modelId="{C3D8FDEC-5A8F-4451-8255-FDEA70C925B7}" type="presParOf" srcId="{048F474E-3D2B-4FD4-B628-6278AECC203D}" destId="{38A305EA-94DE-40FA-8629-1C115943914B}" srcOrd="1" destOrd="0" presId="urn:microsoft.com/office/officeart/2005/8/layout/hierarchy1"/>
    <dgm:cxn modelId="{248859F5-8B76-4649-848D-7E2B304D376B}" type="presParOf" srcId="{AC234F98-65CB-40FF-AF1C-A26528E5595D}" destId="{0968715C-1D8F-4058-BC78-E98C8A2A2A42}" srcOrd="10" destOrd="0" presId="urn:microsoft.com/office/officeart/2005/8/layout/hierarchy1"/>
    <dgm:cxn modelId="{206BB91C-509C-4084-939C-F31CDF6FB1E2}" type="presParOf" srcId="{AC234F98-65CB-40FF-AF1C-A26528E5595D}" destId="{538327D7-A65B-4054-A410-B50A93974791}" srcOrd="11" destOrd="0" presId="urn:microsoft.com/office/officeart/2005/8/layout/hierarchy1"/>
    <dgm:cxn modelId="{32CDEB39-8CF2-47DA-BFA4-DC6FC0645BE7}" type="presParOf" srcId="{538327D7-A65B-4054-A410-B50A93974791}" destId="{8691465A-E78A-4C17-82D9-77FAC42107EB}" srcOrd="0" destOrd="0" presId="urn:microsoft.com/office/officeart/2005/8/layout/hierarchy1"/>
    <dgm:cxn modelId="{69CF68A5-5A1B-4459-8660-A1BE3E83AC7D}" type="presParOf" srcId="{8691465A-E78A-4C17-82D9-77FAC42107EB}" destId="{3D89A1E3-EF7A-4B8A-82AB-CC0E9E4C31C3}" srcOrd="0" destOrd="0" presId="urn:microsoft.com/office/officeart/2005/8/layout/hierarchy1"/>
    <dgm:cxn modelId="{EFE63FC9-23D5-469D-94B7-11ADBAADAEE2}" type="presParOf" srcId="{8691465A-E78A-4C17-82D9-77FAC42107EB}" destId="{CB7FD0EA-D791-4C70-9268-D49C7EF4CD61}" srcOrd="1" destOrd="0" presId="urn:microsoft.com/office/officeart/2005/8/layout/hierarchy1"/>
    <dgm:cxn modelId="{94EA95FB-57C9-42D5-A7AB-A36528CAD585}" type="presParOf" srcId="{538327D7-A65B-4054-A410-B50A93974791}" destId="{9C30FD34-FCF0-43F7-9844-E52F34530611}" srcOrd="1" destOrd="0" presId="urn:microsoft.com/office/officeart/2005/8/layout/hierarchy1"/>
    <dgm:cxn modelId="{28BDFF3B-A267-4EC4-A9F9-62A96D172EFB}" type="presParOf" srcId="{9C30FD34-FCF0-43F7-9844-E52F34530611}" destId="{CA59F086-55A3-4727-9524-B20BFE069BCD}" srcOrd="0" destOrd="0" presId="urn:microsoft.com/office/officeart/2005/8/layout/hierarchy1"/>
    <dgm:cxn modelId="{FD09710A-2E72-48B4-8C90-54D7EF926291}" type="presParOf" srcId="{9C30FD34-FCF0-43F7-9844-E52F34530611}" destId="{CDF770E7-A156-4BA9-A53F-7BD34FB56A67}" srcOrd="1" destOrd="0" presId="urn:microsoft.com/office/officeart/2005/8/layout/hierarchy1"/>
    <dgm:cxn modelId="{79430B74-F20A-47E0-B24C-021FEBE4C262}" type="presParOf" srcId="{CDF770E7-A156-4BA9-A53F-7BD34FB56A67}" destId="{EE2E5051-4E64-4BBE-BBF4-B61FFB8CA799}" srcOrd="0" destOrd="0" presId="urn:microsoft.com/office/officeart/2005/8/layout/hierarchy1"/>
    <dgm:cxn modelId="{0075E97F-8DA8-4344-8DED-87A1CABF25E3}" type="presParOf" srcId="{EE2E5051-4E64-4BBE-BBF4-B61FFB8CA799}" destId="{16818369-F3DD-48E7-97CF-817174999EF1}" srcOrd="0" destOrd="0" presId="urn:microsoft.com/office/officeart/2005/8/layout/hierarchy1"/>
    <dgm:cxn modelId="{A231A198-F5CC-4AF5-B8D5-84D61B7E6491}" type="presParOf" srcId="{EE2E5051-4E64-4BBE-BBF4-B61FFB8CA799}" destId="{C368C471-170E-4C5A-A187-767B9CE00E85}" srcOrd="1" destOrd="0" presId="urn:microsoft.com/office/officeart/2005/8/layout/hierarchy1"/>
    <dgm:cxn modelId="{8CD2A2F2-D26D-468F-8DAE-E48D1F9E946B}" type="presParOf" srcId="{CDF770E7-A156-4BA9-A53F-7BD34FB56A67}" destId="{5A23957E-A8BA-4714-96BC-9D680EC69292}" srcOrd="1" destOrd="0" presId="urn:microsoft.com/office/officeart/2005/8/layout/hierarchy1"/>
    <dgm:cxn modelId="{2CB3EC28-1A80-4531-9557-C500DABAC3A3}" type="presParOf" srcId="{9C30FD34-FCF0-43F7-9844-E52F34530611}" destId="{83449646-B0C7-4253-A142-453B578F84F7}" srcOrd="2" destOrd="0" presId="urn:microsoft.com/office/officeart/2005/8/layout/hierarchy1"/>
    <dgm:cxn modelId="{DE6F0463-A880-4DA1-85BE-A23398488989}" type="presParOf" srcId="{9C30FD34-FCF0-43F7-9844-E52F34530611}" destId="{167BFB7B-0684-445C-B05F-B665E2759DFC}" srcOrd="3" destOrd="0" presId="urn:microsoft.com/office/officeart/2005/8/layout/hierarchy1"/>
    <dgm:cxn modelId="{D640033A-F2CD-4908-8131-A3C538B68ABC}" type="presParOf" srcId="{167BFB7B-0684-445C-B05F-B665E2759DFC}" destId="{4D98D920-FEC5-4ED2-A241-5B77CE0EF252}" srcOrd="0" destOrd="0" presId="urn:microsoft.com/office/officeart/2005/8/layout/hierarchy1"/>
    <dgm:cxn modelId="{53277297-6232-4B7B-AEE1-5E92C57111F1}" type="presParOf" srcId="{4D98D920-FEC5-4ED2-A241-5B77CE0EF252}" destId="{169005CE-5032-4DDB-A959-FC6913C374B3}" srcOrd="0" destOrd="0" presId="urn:microsoft.com/office/officeart/2005/8/layout/hierarchy1"/>
    <dgm:cxn modelId="{28E66621-DA76-4D53-B666-810A8B1158D2}" type="presParOf" srcId="{4D98D920-FEC5-4ED2-A241-5B77CE0EF252}" destId="{9BC542D8-73E8-4AF0-A263-4F587EF866EC}" srcOrd="1" destOrd="0" presId="urn:microsoft.com/office/officeart/2005/8/layout/hierarchy1"/>
    <dgm:cxn modelId="{1F9118CB-00C5-4D62-AE89-AA8D62B9ECF5}" type="presParOf" srcId="{167BFB7B-0684-445C-B05F-B665E2759DFC}" destId="{D73B634D-A2DC-4F9B-9BB5-11EC667D5546}" srcOrd="1" destOrd="0" presId="urn:microsoft.com/office/officeart/2005/8/layout/hierarchy1"/>
    <dgm:cxn modelId="{E7C74AC9-7CD4-4C0C-AC9D-9666D7CD22B5}" type="presParOf" srcId="{9C30FD34-FCF0-43F7-9844-E52F34530611}" destId="{C57B4AD9-8744-4339-BFBC-F35DC1DE14C9}" srcOrd="4" destOrd="0" presId="urn:microsoft.com/office/officeart/2005/8/layout/hierarchy1"/>
    <dgm:cxn modelId="{9CC02BAD-367F-4695-9C85-C7D28A0164B6}" type="presParOf" srcId="{9C30FD34-FCF0-43F7-9844-E52F34530611}" destId="{16FB9C5B-9C33-4661-B485-413C5875082D}" srcOrd="5" destOrd="0" presId="urn:microsoft.com/office/officeart/2005/8/layout/hierarchy1"/>
    <dgm:cxn modelId="{780D31A3-82C7-46B1-B228-5BACAE7A9601}" type="presParOf" srcId="{16FB9C5B-9C33-4661-B485-413C5875082D}" destId="{4E6031F3-21E9-4BE9-B309-04984CFA7AA1}" srcOrd="0" destOrd="0" presId="urn:microsoft.com/office/officeart/2005/8/layout/hierarchy1"/>
    <dgm:cxn modelId="{FC31DCE8-F999-4673-BA6D-D381B7AB25D3}" type="presParOf" srcId="{4E6031F3-21E9-4BE9-B309-04984CFA7AA1}" destId="{3257A3BD-3BFA-4C9D-8018-5A6452DA213A}" srcOrd="0" destOrd="0" presId="urn:microsoft.com/office/officeart/2005/8/layout/hierarchy1"/>
    <dgm:cxn modelId="{70069CDC-1A6D-4995-9163-C70A2F5560B0}" type="presParOf" srcId="{4E6031F3-21E9-4BE9-B309-04984CFA7AA1}" destId="{B97C90F6-3FD9-4118-B8EF-1CF6B894A28B}" srcOrd="1" destOrd="0" presId="urn:microsoft.com/office/officeart/2005/8/layout/hierarchy1"/>
    <dgm:cxn modelId="{89E32591-02F0-4543-8D07-B759FF2769DB}" type="presParOf" srcId="{16FB9C5B-9C33-4661-B485-413C5875082D}" destId="{DDEA39AA-F146-4F2E-84B6-CE7010864C25}" srcOrd="1" destOrd="0" presId="urn:microsoft.com/office/officeart/2005/8/layout/hierarchy1"/>
    <dgm:cxn modelId="{50758F2F-471E-43E7-B2C6-845D07C02105}" type="presParOf" srcId="{AC234F98-65CB-40FF-AF1C-A26528E5595D}" destId="{4B42B380-D497-4A31-B689-37D2BD5B9A6D}" srcOrd="12" destOrd="0" presId="urn:microsoft.com/office/officeart/2005/8/layout/hierarchy1"/>
    <dgm:cxn modelId="{06FF53EB-AC7F-4471-B0E5-4A07133F1B62}" type="presParOf" srcId="{AC234F98-65CB-40FF-AF1C-A26528E5595D}" destId="{84D54FCC-B191-480F-A179-566240D9A5BD}" srcOrd="13" destOrd="0" presId="urn:microsoft.com/office/officeart/2005/8/layout/hierarchy1"/>
    <dgm:cxn modelId="{0AA891C7-EB8B-4D44-AD45-3A56F9D683C5}" type="presParOf" srcId="{84D54FCC-B191-480F-A179-566240D9A5BD}" destId="{89F534D4-2C01-43C2-A850-457C25E58E49}" srcOrd="0" destOrd="0" presId="urn:microsoft.com/office/officeart/2005/8/layout/hierarchy1"/>
    <dgm:cxn modelId="{4E84C9D2-A096-4D73-8DF6-3388E641F07D}" type="presParOf" srcId="{89F534D4-2C01-43C2-A850-457C25E58E49}" destId="{CB59B285-33FB-468C-8A52-DF013DC4AF62}" srcOrd="0" destOrd="0" presId="urn:microsoft.com/office/officeart/2005/8/layout/hierarchy1"/>
    <dgm:cxn modelId="{D3D8E648-885A-4D98-9390-D8541DBE951A}" type="presParOf" srcId="{89F534D4-2C01-43C2-A850-457C25E58E49}" destId="{438404FF-2C8A-4A7D-A74E-5FC7CDFFF222}" srcOrd="1" destOrd="0" presId="urn:microsoft.com/office/officeart/2005/8/layout/hierarchy1"/>
    <dgm:cxn modelId="{84CD5BE4-B4F3-466E-B43F-3CC7FC950561}" type="presParOf" srcId="{84D54FCC-B191-480F-A179-566240D9A5BD}" destId="{DFBCD020-7A47-448D-959F-C9BCDDF0B781}" srcOrd="1" destOrd="0" presId="urn:microsoft.com/office/officeart/2005/8/layout/hierarchy1"/>
    <dgm:cxn modelId="{2AF1171F-C8C0-4A02-B916-07199631495D}" type="presParOf" srcId="{DFBCD020-7A47-448D-959F-C9BCDDF0B781}" destId="{1014C523-CC78-4DF6-8267-2E05276E5882}" srcOrd="0" destOrd="0" presId="urn:microsoft.com/office/officeart/2005/8/layout/hierarchy1"/>
    <dgm:cxn modelId="{3E27EBAD-0D43-4D68-9D8A-64C609713662}" type="presParOf" srcId="{DFBCD020-7A47-448D-959F-C9BCDDF0B781}" destId="{5A69DF31-3C4C-47F0-8A4B-F946678997E1}" srcOrd="1" destOrd="0" presId="urn:microsoft.com/office/officeart/2005/8/layout/hierarchy1"/>
    <dgm:cxn modelId="{CF9A4849-EA4C-4F69-9AC7-13C489888088}" type="presParOf" srcId="{5A69DF31-3C4C-47F0-8A4B-F946678997E1}" destId="{707A70C8-C6F3-4A1B-8CD2-320C0C311DC9}" srcOrd="0" destOrd="0" presId="urn:microsoft.com/office/officeart/2005/8/layout/hierarchy1"/>
    <dgm:cxn modelId="{BCE48452-C987-4927-A006-432A71ADEFE0}" type="presParOf" srcId="{707A70C8-C6F3-4A1B-8CD2-320C0C311DC9}" destId="{FC55056C-CE53-4989-8D84-D340E611264F}" srcOrd="0" destOrd="0" presId="urn:microsoft.com/office/officeart/2005/8/layout/hierarchy1"/>
    <dgm:cxn modelId="{D3F232BC-9702-43A8-AD99-EE4FA01B44F8}" type="presParOf" srcId="{707A70C8-C6F3-4A1B-8CD2-320C0C311DC9}" destId="{0A015442-3965-4653-AA56-CAA7EC4B7FB1}" srcOrd="1" destOrd="0" presId="urn:microsoft.com/office/officeart/2005/8/layout/hierarchy1"/>
    <dgm:cxn modelId="{137580DF-C9C3-4C5D-B54F-CE72B632D263}" type="presParOf" srcId="{5A69DF31-3C4C-47F0-8A4B-F946678997E1}" destId="{0C35842A-324A-4D94-9618-1984B93C4F7A}" srcOrd="1" destOrd="0" presId="urn:microsoft.com/office/officeart/2005/8/layout/hierarchy1"/>
    <dgm:cxn modelId="{BBB3BA47-41DC-438D-98A5-C41889BBE2EC}" type="presParOf" srcId="{DFBCD020-7A47-448D-959F-C9BCDDF0B781}" destId="{1BEAD9D2-E213-4A3D-B9F0-C7818E90A25F}" srcOrd="2" destOrd="0" presId="urn:microsoft.com/office/officeart/2005/8/layout/hierarchy1"/>
    <dgm:cxn modelId="{35D440F9-45B3-40B0-B758-7292FD483311}" type="presParOf" srcId="{DFBCD020-7A47-448D-959F-C9BCDDF0B781}" destId="{313A1B71-3A4B-465D-8501-91878DEEF4AF}" srcOrd="3" destOrd="0" presId="urn:microsoft.com/office/officeart/2005/8/layout/hierarchy1"/>
    <dgm:cxn modelId="{2BDC82D3-B02E-49EE-85E7-975A83FE763D}" type="presParOf" srcId="{313A1B71-3A4B-465D-8501-91878DEEF4AF}" destId="{A9B855BF-E245-4EA1-83B5-6C3D434D822D}" srcOrd="0" destOrd="0" presId="urn:microsoft.com/office/officeart/2005/8/layout/hierarchy1"/>
    <dgm:cxn modelId="{11E045AC-997D-474C-A270-EC9545E19462}" type="presParOf" srcId="{A9B855BF-E245-4EA1-83B5-6C3D434D822D}" destId="{236DA68A-7873-4458-B3AB-6FE7585371E8}" srcOrd="0" destOrd="0" presId="urn:microsoft.com/office/officeart/2005/8/layout/hierarchy1"/>
    <dgm:cxn modelId="{7704CACB-DF6C-4593-B388-D790C4AAAFD2}" type="presParOf" srcId="{A9B855BF-E245-4EA1-83B5-6C3D434D822D}" destId="{F69A73B9-78F8-4C04-A5AA-FE3AB67F7D8D}" srcOrd="1" destOrd="0" presId="urn:microsoft.com/office/officeart/2005/8/layout/hierarchy1"/>
    <dgm:cxn modelId="{EAF59A1E-BDC5-444A-A20D-1ED799ADE231}" type="presParOf" srcId="{313A1B71-3A4B-465D-8501-91878DEEF4AF}" destId="{D06BEE81-F2FA-4EEC-A736-257D0EF7D4AD}" srcOrd="1" destOrd="0" presId="urn:microsoft.com/office/officeart/2005/8/layout/hierarchy1"/>
    <dgm:cxn modelId="{3DA11D68-77A9-40E1-9E24-4A809570BDC8}" type="presParOf" srcId="{DFBCD020-7A47-448D-959F-C9BCDDF0B781}" destId="{D77319CE-145C-441D-AE9A-2AD9718D12C9}" srcOrd="4" destOrd="0" presId="urn:microsoft.com/office/officeart/2005/8/layout/hierarchy1"/>
    <dgm:cxn modelId="{464EA70E-BFC2-4F79-9564-B393B24C7885}" type="presParOf" srcId="{DFBCD020-7A47-448D-959F-C9BCDDF0B781}" destId="{D1589029-D673-410B-B323-B3D34894DCB1}" srcOrd="5" destOrd="0" presId="urn:microsoft.com/office/officeart/2005/8/layout/hierarchy1"/>
    <dgm:cxn modelId="{9F5552F5-9FEE-4085-81F1-616E88B57EBA}" type="presParOf" srcId="{D1589029-D673-410B-B323-B3D34894DCB1}" destId="{D480B1A3-763C-4466-A633-48076BC66619}" srcOrd="0" destOrd="0" presId="urn:microsoft.com/office/officeart/2005/8/layout/hierarchy1"/>
    <dgm:cxn modelId="{6403EA4F-450B-4C77-B9BA-34D462476653}" type="presParOf" srcId="{D480B1A3-763C-4466-A633-48076BC66619}" destId="{A781D48C-1D3B-4A18-9630-D70BB3EFD156}" srcOrd="0" destOrd="0" presId="urn:microsoft.com/office/officeart/2005/8/layout/hierarchy1"/>
    <dgm:cxn modelId="{9B58BA00-82D3-48C3-A8B1-99AC055F6A45}" type="presParOf" srcId="{D480B1A3-763C-4466-A633-48076BC66619}" destId="{5AFAF596-D06E-4D72-BEC0-B0020E3E6616}" srcOrd="1" destOrd="0" presId="urn:microsoft.com/office/officeart/2005/8/layout/hierarchy1"/>
    <dgm:cxn modelId="{7F0A5A89-BB21-4403-8258-C1E8D8022A94}" type="presParOf" srcId="{D1589029-D673-410B-B323-B3D34894DCB1}" destId="{2EC056AD-BB8E-4DE2-BEE3-F2B13AA93C8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319CE-145C-441D-AE9A-2AD9718D12C9}">
      <dsp:nvSpPr>
        <dsp:cNvPr id="0" name=""/>
        <dsp:cNvSpPr/>
      </dsp:nvSpPr>
      <dsp:spPr>
        <a:xfrm>
          <a:off x="11397435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EAD9D2-E213-4A3D-B9F0-C7818E90A25F}">
      <dsp:nvSpPr>
        <dsp:cNvPr id="0" name=""/>
        <dsp:cNvSpPr/>
      </dsp:nvSpPr>
      <dsp:spPr>
        <a:xfrm>
          <a:off x="11351715" y="276961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4C523-CC78-4DF6-8267-2E05276E5882}">
      <dsp:nvSpPr>
        <dsp:cNvPr id="0" name=""/>
        <dsp:cNvSpPr/>
      </dsp:nvSpPr>
      <dsp:spPr>
        <a:xfrm>
          <a:off x="10865141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42B380-D497-4A31-B689-37D2BD5B9A6D}">
      <dsp:nvSpPr>
        <dsp:cNvPr id="0" name=""/>
        <dsp:cNvSpPr/>
      </dsp:nvSpPr>
      <dsp:spPr>
        <a:xfrm>
          <a:off x="6473709" y="2366400"/>
          <a:ext cx="4923726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4923726" y="86316"/>
              </a:lnTo>
              <a:lnTo>
                <a:pt x="4923726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7B4AD9-8744-4339-BFBC-F35DC1DE14C9}">
      <dsp:nvSpPr>
        <dsp:cNvPr id="0" name=""/>
        <dsp:cNvSpPr/>
      </dsp:nvSpPr>
      <dsp:spPr>
        <a:xfrm>
          <a:off x="9800551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449646-B0C7-4253-A142-453B578F84F7}">
      <dsp:nvSpPr>
        <dsp:cNvPr id="0" name=""/>
        <dsp:cNvSpPr/>
      </dsp:nvSpPr>
      <dsp:spPr>
        <a:xfrm>
          <a:off x="9754831" y="276961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9F086-55A3-4727-9524-B20BFE069BCD}">
      <dsp:nvSpPr>
        <dsp:cNvPr id="0" name=""/>
        <dsp:cNvSpPr/>
      </dsp:nvSpPr>
      <dsp:spPr>
        <a:xfrm>
          <a:off x="9268256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68715C-1D8F-4058-BC78-E98C8A2A2A42}">
      <dsp:nvSpPr>
        <dsp:cNvPr id="0" name=""/>
        <dsp:cNvSpPr/>
      </dsp:nvSpPr>
      <dsp:spPr>
        <a:xfrm>
          <a:off x="6473709" y="2366400"/>
          <a:ext cx="3326842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3326842" y="86316"/>
              </a:lnTo>
              <a:lnTo>
                <a:pt x="3326842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37D3C2-DEB6-4B29-A803-FF396B2876E2}">
      <dsp:nvSpPr>
        <dsp:cNvPr id="0" name=""/>
        <dsp:cNvSpPr/>
      </dsp:nvSpPr>
      <dsp:spPr>
        <a:xfrm>
          <a:off x="8203667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8B8378-DCD5-4141-947B-F1ED2DD7C657}">
      <dsp:nvSpPr>
        <dsp:cNvPr id="0" name=""/>
        <dsp:cNvSpPr/>
      </dsp:nvSpPr>
      <dsp:spPr>
        <a:xfrm>
          <a:off x="8157947" y="276961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76DF83-87D6-43AC-8EF9-23FA88869024}">
      <dsp:nvSpPr>
        <dsp:cNvPr id="0" name=""/>
        <dsp:cNvSpPr/>
      </dsp:nvSpPr>
      <dsp:spPr>
        <a:xfrm>
          <a:off x="7671372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52A52F-B6CE-4FE4-982B-D611406319C0}">
      <dsp:nvSpPr>
        <dsp:cNvPr id="0" name=""/>
        <dsp:cNvSpPr/>
      </dsp:nvSpPr>
      <dsp:spPr>
        <a:xfrm>
          <a:off x="6473709" y="2366400"/>
          <a:ext cx="1729957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1729957" y="86316"/>
              </a:lnTo>
              <a:lnTo>
                <a:pt x="1729957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8FC68E-6777-48AB-A41C-B2C69BBE3DEB}">
      <dsp:nvSpPr>
        <dsp:cNvPr id="0" name=""/>
        <dsp:cNvSpPr/>
      </dsp:nvSpPr>
      <dsp:spPr>
        <a:xfrm>
          <a:off x="6606783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12D279-D587-4BD0-A23C-9761C2E4289A}">
      <dsp:nvSpPr>
        <dsp:cNvPr id="0" name=""/>
        <dsp:cNvSpPr/>
      </dsp:nvSpPr>
      <dsp:spPr>
        <a:xfrm>
          <a:off x="6561063" y="276961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34A761-6E97-4101-BC27-0F4721DB93D5}">
      <dsp:nvSpPr>
        <dsp:cNvPr id="0" name=""/>
        <dsp:cNvSpPr/>
      </dsp:nvSpPr>
      <dsp:spPr>
        <a:xfrm>
          <a:off x="6074488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C0314-8499-4F5B-9299-4F2825D32EC2}">
      <dsp:nvSpPr>
        <dsp:cNvPr id="0" name=""/>
        <dsp:cNvSpPr/>
      </dsp:nvSpPr>
      <dsp:spPr>
        <a:xfrm>
          <a:off x="6473709" y="2366400"/>
          <a:ext cx="133073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133073" y="86316"/>
              </a:lnTo>
              <a:lnTo>
                <a:pt x="133073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77769-191A-48AB-9FB9-ECBEB10D2568}">
      <dsp:nvSpPr>
        <dsp:cNvPr id="0" name=""/>
        <dsp:cNvSpPr/>
      </dsp:nvSpPr>
      <dsp:spPr>
        <a:xfrm>
          <a:off x="5009898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FBE227-2069-419E-8863-09FA57AA4C4F}">
      <dsp:nvSpPr>
        <dsp:cNvPr id="0" name=""/>
        <dsp:cNvSpPr/>
      </dsp:nvSpPr>
      <dsp:spPr>
        <a:xfrm>
          <a:off x="4964178" y="276961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29A8A2-EB1A-4A57-9D15-C1B5E816030E}">
      <dsp:nvSpPr>
        <dsp:cNvPr id="0" name=""/>
        <dsp:cNvSpPr/>
      </dsp:nvSpPr>
      <dsp:spPr>
        <a:xfrm>
          <a:off x="4477603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7A353-29A7-46E8-98D1-651E473CA598}">
      <dsp:nvSpPr>
        <dsp:cNvPr id="0" name=""/>
        <dsp:cNvSpPr/>
      </dsp:nvSpPr>
      <dsp:spPr>
        <a:xfrm>
          <a:off x="5009898" y="2366400"/>
          <a:ext cx="1463810" cy="126661"/>
        </a:xfrm>
        <a:custGeom>
          <a:avLst/>
          <a:gdLst/>
          <a:ahLst/>
          <a:cxnLst/>
          <a:rect l="0" t="0" r="0" b="0"/>
          <a:pathLst>
            <a:path>
              <a:moveTo>
                <a:pt x="1463810" y="0"/>
              </a:moveTo>
              <a:lnTo>
                <a:pt x="1463810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61461C-17AD-4BD2-9037-0C6DB5642542}">
      <dsp:nvSpPr>
        <dsp:cNvPr id="0" name=""/>
        <dsp:cNvSpPr/>
      </dsp:nvSpPr>
      <dsp:spPr>
        <a:xfrm>
          <a:off x="3413014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43D4E8-9D16-41E0-9A2F-37600FA078E3}">
      <dsp:nvSpPr>
        <dsp:cNvPr id="0" name=""/>
        <dsp:cNvSpPr/>
      </dsp:nvSpPr>
      <dsp:spPr>
        <a:xfrm>
          <a:off x="3367294" y="276961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58ED6D-0178-4636-9EB2-7FB300831633}">
      <dsp:nvSpPr>
        <dsp:cNvPr id="0" name=""/>
        <dsp:cNvSpPr/>
      </dsp:nvSpPr>
      <dsp:spPr>
        <a:xfrm>
          <a:off x="2880719" y="2769613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2D061F-FBA8-4484-98B6-2E5D25632B0A}">
      <dsp:nvSpPr>
        <dsp:cNvPr id="0" name=""/>
        <dsp:cNvSpPr/>
      </dsp:nvSpPr>
      <dsp:spPr>
        <a:xfrm>
          <a:off x="3413014" y="2366400"/>
          <a:ext cx="3060694" cy="126661"/>
        </a:xfrm>
        <a:custGeom>
          <a:avLst/>
          <a:gdLst/>
          <a:ahLst/>
          <a:cxnLst/>
          <a:rect l="0" t="0" r="0" b="0"/>
          <a:pathLst>
            <a:path>
              <a:moveTo>
                <a:pt x="3060694" y="0"/>
              </a:moveTo>
              <a:lnTo>
                <a:pt x="30606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5807DF-8AB4-4C4C-8935-7168484B66E7}">
      <dsp:nvSpPr>
        <dsp:cNvPr id="0" name=""/>
        <dsp:cNvSpPr/>
      </dsp:nvSpPr>
      <dsp:spPr>
        <a:xfrm>
          <a:off x="2302704" y="3576040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4FF1F-75BD-4099-B7C0-30069BF1726B}">
      <dsp:nvSpPr>
        <dsp:cNvPr id="0" name=""/>
        <dsp:cNvSpPr/>
      </dsp:nvSpPr>
      <dsp:spPr>
        <a:xfrm>
          <a:off x="2302704" y="3172826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B8A37-734E-4773-A725-4B4A4781E612}">
      <dsp:nvSpPr>
        <dsp:cNvPr id="0" name=""/>
        <dsp:cNvSpPr/>
      </dsp:nvSpPr>
      <dsp:spPr>
        <a:xfrm>
          <a:off x="1549982" y="2769613"/>
          <a:ext cx="798442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798442" y="86316"/>
              </a:lnTo>
              <a:lnTo>
                <a:pt x="798442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8E1922-72AF-488B-AA2F-DA82FE24EC06}">
      <dsp:nvSpPr>
        <dsp:cNvPr id="0" name=""/>
        <dsp:cNvSpPr/>
      </dsp:nvSpPr>
      <dsp:spPr>
        <a:xfrm>
          <a:off x="1770410" y="3576040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3BB90-6C64-44DB-A348-9097F5DB2D7D}">
      <dsp:nvSpPr>
        <dsp:cNvPr id="0" name=""/>
        <dsp:cNvSpPr/>
      </dsp:nvSpPr>
      <dsp:spPr>
        <a:xfrm>
          <a:off x="1770410" y="3172826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82FBFC-B6ED-4F98-9A47-72F47FBA8476}">
      <dsp:nvSpPr>
        <dsp:cNvPr id="0" name=""/>
        <dsp:cNvSpPr/>
      </dsp:nvSpPr>
      <dsp:spPr>
        <a:xfrm>
          <a:off x="1549982" y="2769613"/>
          <a:ext cx="266147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266147" y="86316"/>
              </a:lnTo>
              <a:lnTo>
                <a:pt x="266147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93AC30-F5E0-40DC-A3E9-2B993CBD00DE}">
      <dsp:nvSpPr>
        <dsp:cNvPr id="0" name=""/>
        <dsp:cNvSpPr/>
      </dsp:nvSpPr>
      <dsp:spPr>
        <a:xfrm>
          <a:off x="1238115" y="4382466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6DE98C-CD2C-4F85-BC20-AB3E36EB6101}">
      <dsp:nvSpPr>
        <dsp:cNvPr id="0" name=""/>
        <dsp:cNvSpPr/>
      </dsp:nvSpPr>
      <dsp:spPr>
        <a:xfrm>
          <a:off x="1238115" y="397925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D0D4B3-F244-416E-A430-3284A9EA4FF6}">
      <dsp:nvSpPr>
        <dsp:cNvPr id="0" name=""/>
        <dsp:cNvSpPr/>
      </dsp:nvSpPr>
      <dsp:spPr>
        <a:xfrm>
          <a:off x="1238115" y="3576040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9FA45C-8F7F-47B1-AB22-ACA8B25FE537}">
      <dsp:nvSpPr>
        <dsp:cNvPr id="0" name=""/>
        <dsp:cNvSpPr/>
      </dsp:nvSpPr>
      <dsp:spPr>
        <a:xfrm>
          <a:off x="751540" y="3172826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16"/>
              </a:lnTo>
              <a:lnTo>
                <a:pt x="532294" y="86316"/>
              </a:lnTo>
              <a:lnTo>
                <a:pt x="532294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70727-22C9-4D14-B7DD-7C42ACB1CD3B}">
      <dsp:nvSpPr>
        <dsp:cNvPr id="0" name=""/>
        <dsp:cNvSpPr/>
      </dsp:nvSpPr>
      <dsp:spPr>
        <a:xfrm>
          <a:off x="705820" y="4382466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544279-939A-4DB4-A107-0F404C116819}">
      <dsp:nvSpPr>
        <dsp:cNvPr id="0" name=""/>
        <dsp:cNvSpPr/>
      </dsp:nvSpPr>
      <dsp:spPr>
        <a:xfrm>
          <a:off x="705820" y="397925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640217-2894-4F3C-9C53-C178A6DD1FED}">
      <dsp:nvSpPr>
        <dsp:cNvPr id="0" name=""/>
        <dsp:cNvSpPr/>
      </dsp:nvSpPr>
      <dsp:spPr>
        <a:xfrm>
          <a:off x="705820" y="3576040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6A1C71-7B3E-4764-BD2F-95080222C0FA}">
      <dsp:nvSpPr>
        <dsp:cNvPr id="0" name=""/>
        <dsp:cNvSpPr/>
      </dsp:nvSpPr>
      <dsp:spPr>
        <a:xfrm>
          <a:off x="705820" y="3172826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68603C-2415-4824-9973-38203150F8F9}">
      <dsp:nvSpPr>
        <dsp:cNvPr id="0" name=""/>
        <dsp:cNvSpPr/>
      </dsp:nvSpPr>
      <dsp:spPr>
        <a:xfrm>
          <a:off x="173525" y="4382466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F6D31D-8584-4FE5-98C9-621F51DFC092}">
      <dsp:nvSpPr>
        <dsp:cNvPr id="0" name=""/>
        <dsp:cNvSpPr/>
      </dsp:nvSpPr>
      <dsp:spPr>
        <a:xfrm>
          <a:off x="173525" y="3979253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9430AF-383B-4F7A-AFFC-EC751FF92468}">
      <dsp:nvSpPr>
        <dsp:cNvPr id="0" name=""/>
        <dsp:cNvSpPr/>
      </dsp:nvSpPr>
      <dsp:spPr>
        <a:xfrm>
          <a:off x="173525" y="3576040"/>
          <a:ext cx="91440" cy="1266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1A5842-2CE7-43BF-9B76-A65703FBD1B3}">
      <dsp:nvSpPr>
        <dsp:cNvPr id="0" name=""/>
        <dsp:cNvSpPr/>
      </dsp:nvSpPr>
      <dsp:spPr>
        <a:xfrm>
          <a:off x="219245" y="3172826"/>
          <a:ext cx="532294" cy="126661"/>
        </a:xfrm>
        <a:custGeom>
          <a:avLst/>
          <a:gdLst/>
          <a:ahLst/>
          <a:cxnLst/>
          <a:rect l="0" t="0" r="0" b="0"/>
          <a:pathLst>
            <a:path>
              <a:moveTo>
                <a:pt x="532294" y="0"/>
              </a:moveTo>
              <a:lnTo>
                <a:pt x="532294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6C14A-DDE6-4663-BA56-DB7D9ABAE416}">
      <dsp:nvSpPr>
        <dsp:cNvPr id="0" name=""/>
        <dsp:cNvSpPr/>
      </dsp:nvSpPr>
      <dsp:spPr>
        <a:xfrm>
          <a:off x="751540" y="2769613"/>
          <a:ext cx="798442" cy="126661"/>
        </a:xfrm>
        <a:custGeom>
          <a:avLst/>
          <a:gdLst/>
          <a:ahLst/>
          <a:cxnLst/>
          <a:rect l="0" t="0" r="0" b="0"/>
          <a:pathLst>
            <a:path>
              <a:moveTo>
                <a:pt x="798442" y="0"/>
              </a:moveTo>
              <a:lnTo>
                <a:pt x="798442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F3B8BB-C3B0-41FD-AC3A-21C8C6F72785}">
      <dsp:nvSpPr>
        <dsp:cNvPr id="0" name=""/>
        <dsp:cNvSpPr/>
      </dsp:nvSpPr>
      <dsp:spPr>
        <a:xfrm>
          <a:off x="1549982" y="2366400"/>
          <a:ext cx="4923726" cy="126661"/>
        </a:xfrm>
        <a:custGeom>
          <a:avLst/>
          <a:gdLst/>
          <a:ahLst/>
          <a:cxnLst/>
          <a:rect l="0" t="0" r="0" b="0"/>
          <a:pathLst>
            <a:path>
              <a:moveTo>
                <a:pt x="4923726" y="0"/>
              </a:moveTo>
              <a:lnTo>
                <a:pt x="4923726" y="86316"/>
              </a:lnTo>
              <a:lnTo>
                <a:pt x="0" y="86316"/>
              </a:lnTo>
              <a:lnTo>
                <a:pt x="0" y="1266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D064F-B926-4257-870C-34D28F006FD0}">
      <dsp:nvSpPr>
        <dsp:cNvPr id="0" name=""/>
        <dsp:cNvSpPr/>
      </dsp:nvSpPr>
      <dsp:spPr>
        <a:xfrm>
          <a:off x="6255952" y="2089849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0AD9D-3B05-4BF8-BBF0-541A01BCB2D5}">
      <dsp:nvSpPr>
        <dsp:cNvPr id="0" name=""/>
        <dsp:cNvSpPr/>
      </dsp:nvSpPr>
      <dsp:spPr>
        <a:xfrm>
          <a:off x="6304342" y="213581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Institution (ISA)</a:t>
          </a:r>
        </a:p>
      </dsp:txBody>
      <dsp:txXfrm>
        <a:off x="6312442" y="2143919"/>
        <a:ext cx="419313" cy="260351"/>
      </dsp:txXfrm>
    </dsp:sp>
    <dsp:sp modelId="{0FB7DBDE-D7E2-48E5-9587-0E2085A10625}">
      <dsp:nvSpPr>
        <dsp:cNvPr id="0" name=""/>
        <dsp:cNvSpPr/>
      </dsp:nvSpPr>
      <dsp:spPr>
        <a:xfrm>
          <a:off x="1332225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C16B1-CEE5-4CCA-B2F6-AEA2C277B012}">
      <dsp:nvSpPr>
        <dsp:cNvPr id="0" name=""/>
        <dsp:cNvSpPr/>
      </dsp:nvSpPr>
      <dsp:spPr>
        <a:xfrm>
          <a:off x="1380616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EAP</a:t>
          </a:r>
        </a:p>
      </dsp:txBody>
      <dsp:txXfrm>
        <a:off x="1388716" y="2547133"/>
        <a:ext cx="419313" cy="260351"/>
      </dsp:txXfrm>
    </dsp:sp>
    <dsp:sp modelId="{926F7447-2778-4FC4-A27E-49EC073EF3B1}">
      <dsp:nvSpPr>
        <dsp:cNvPr id="0" name=""/>
        <dsp:cNvSpPr/>
      </dsp:nvSpPr>
      <dsp:spPr>
        <a:xfrm>
          <a:off x="533783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B2B11-ABAC-46A3-AA8B-A4BF52B09B56}">
      <dsp:nvSpPr>
        <dsp:cNvPr id="0" name=""/>
        <dsp:cNvSpPr/>
      </dsp:nvSpPr>
      <dsp:spPr>
        <a:xfrm>
          <a:off x="582174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590274" y="2950346"/>
        <a:ext cx="419313" cy="260351"/>
      </dsp:txXfrm>
    </dsp:sp>
    <dsp:sp modelId="{BF5FBDF9-EC89-428E-A92D-5E0184640F83}">
      <dsp:nvSpPr>
        <dsp:cNvPr id="0" name=""/>
        <dsp:cNvSpPr/>
      </dsp:nvSpPr>
      <dsp:spPr>
        <a:xfrm>
          <a:off x="1488" y="329948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A1C64-45B4-4B42-9FA2-5560A5E3AF3F}">
      <dsp:nvSpPr>
        <dsp:cNvPr id="0" name=""/>
        <dsp:cNvSpPr/>
      </dsp:nvSpPr>
      <dsp:spPr>
        <a:xfrm>
          <a:off x="49879" y="334545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OS1</a:t>
          </a:r>
        </a:p>
      </dsp:txBody>
      <dsp:txXfrm>
        <a:off x="57979" y="3353559"/>
        <a:ext cx="419313" cy="260351"/>
      </dsp:txXfrm>
    </dsp:sp>
    <dsp:sp modelId="{3A45450A-4DB8-4701-8069-1C8DBBA532C6}">
      <dsp:nvSpPr>
        <dsp:cNvPr id="0" name=""/>
        <dsp:cNvSpPr/>
      </dsp:nvSpPr>
      <dsp:spPr>
        <a:xfrm>
          <a:off x="1488" y="370270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5B315-B4C1-4AC5-937C-2AED0213F478}">
      <dsp:nvSpPr>
        <dsp:cNvPr id="0" name=""/>
        <dsp:cNvSpPr/>
      </dsp:nvSpPr>
      <dsp:spPr>
        <a:xfrm>
          <a:off x="49879" y="374867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Résultats 1</a:t>
          </a:r>
        </a:p>
      </dsp:txBody>
      <dsp:txXfrm>
        <a:off x="57979" y="3756773"/>
        <a:ext cx="419313" cy="260351"/>
      </dsp:txXfrm>
    </dsp:sp>
    <dsp:sp modelId="{0AD4CA36-6A75-4BDA-8166-B9884141CC52}">
      <dsp:nvSpPr>
        <dsp:cNvPr id="0" name=""/>
        <dsp:cNvSpPr/>
      </dsp:nvSpPr>
      <dsp:spPr>
        <a:xfrm>
          <a:off x="1488" y="410591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8C46E-6970-4EFC-A41E-C5393E5716E2}">
      <dsp:nvSpPr>
        <dsp:cNvPr id="0" name=""/>
        <dsp:cNvSpPr/>
      </dsp:nvSpPr>
      <dsp:spPr>
        <a:xfrm>
          <a:off x="49879" y="415188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Activités</a:t>
          </a:r>
        </a:p>
      </dsp:txBody>
      <dsp:txXfrm>
        <a:off x="57979" y="4159986"/>
        <a:ext cx="419313" cy="260351"/>
      </dsp:txXfrm>
    </dsp:sp>
    <dsp:sp modelId="{28DEA19C-9812-4B18-A3ED-5D55A196B7E3}">
      <dsp:nvSpPr>
        <dsp:cNvPr id="0" name=""/>
        <dsp:cNvSpPr/>
      </dsp:nvSpPr>
      <dsp:spPr>
        <a:xfrm>
          <a:off x="1488" y="450912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80387-5B2B-45EE-BAFF-462357C41E63}">
      <dsp:nvSpPr>
        <dsp:cNvPr id="0" name=""/>
        <dsp:cNvSpPr/>
      </dsp:nvSpPr>
      <dsp:spPr>
        <a:xfrm>
          <a:off x="49879" y="455509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Tâches</a:t>
          </a:r>
        </a:p>
      </dsp:txBody>
      <dsp:txXfrm>
        <a:off x="57979" y="4563199"/>
        <a:ext cx="419313" cy="260351"/>
      </dsp:txXfrm>
    </dsp:sp>
    <dsp:sp modelId="{8A896E52-C2C4-4B15-A56C-9319C7ED405C}">
      <dsp:nvSpPr>
        <dsp:cNvPr id="0" name=""/>
        <dsp:cNvSpPr/>
      </dsp:nvSpPr>
      <dsp:spPr>
        <a:xfrm>
          <a:off x="533783" y="329948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C9EAA0-346F-4664-8696-506DB85C5295}">
      <dsp:nvSpPr>
        <dsp:cNvPr id="0" name=""/>
        <dsp:cNvSpPr/>
      </dsp:nvSpPr>
      <dsp:spPr>
        <a:xfrm>
          <a:off x="582174" y="334545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OS2</a:t>
          </a:r>
        </a:p>
      </dsp:txBody>
      <dsp:txXfrm>
        <a:off x="590274" y="3353559"/>
        <a:ext cx="419313" cy="260351"/>
      </dsp:txXfrm>
    </dsp:sp>
    <dsp:sp modelId="{A722E160-40F4-4CD2-99E1-BD5B9ED759F1}">
      <dsp:nvSpPr>
        <dsp:cNvPr id="0" name=""/>
        <dsp:cNvSpPr/>
      </dsp:nvSpPr>
      <dsp:spPr>
        <a:xfrm>
          <a:off x="533783" y="370270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EB5E4A-A20A-4A78-A0AC-89F4FC82407B}">
      <dsp:nvSpPr>
        <dsp:cNvPr id="0" name=""/>
        <dsp:cNvSpPr/>
      </dsp:nvSpPr>
      <dsp:spPr>
        <a:xfrm>
          <a:off x="582174" y="374867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Résultats 2</a:t>
          </a:r>
        </a:p>
      </dsp:txBody>
      <dsp:txXfrm>
        <a:off x="590274" y="3756773"/>
        <a:ext cx="419313" cy="260351"/>
      </dsp:txXfrm>
    </dsp:sp>
    <dsp:sp modelId="{E03B13FE-BDCE-4A5B-989B-02FBFBF59402}">
      <dsp:nvSpPr>
        <dsp:cNvPr id="0" name=""/>
        <dsp:cNvSpPr/>
      </dsp:nvSpPr>
      <dsp:spPr>
        <a:xfrm>
          <a:off x="533783" y="410591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5607C-A6D5-4B4B-A430-752CAC747023}">
      <dsp:nvSpPr>
        <dsp:cNvPr id="0" name=""/>
        <dsp:cNvSpPr/>
      </dsp:nvSpPr>
      <dsp:spPr>
        <a:xfrm>
          <a:off x="582174" y="415188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Activités</a:t>
          </a:r>
        </a:p>
      </dsp:txBody>
      <dsp:txXfrm>
        <a:off x="590274" y="4159986"/>
        <a:ext cx="419313" cy="260351"/>
      </dsp:txXfrm>
    </dsp:sp>
    <dsp:sp modelId="{8FF0E91D-667A-41C2-992A-CA7D7C17A98C}">
      <dsp:nvSpPr>
        <dsp:cNvPr id="0" name=""/>
        <dsp:cNvSpPr/>
      </dsp:nvSpPr>
      <dsp:spPr>
        <a:xfrm>
          <a:off x="533783" y="450912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46A43-7AC3-4E5B-B842-48717A4623C7}">
      <dsp:nvSpPr>
        <dsp:cNvPr id="0" name=""/>
        <dsp:cNvSpPr/>
      </dsp:nvSpPr>
      <dsp:spPr>
        <a:xfrm>
          <a:off x="582174" y="455509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Tâches</a:t>
          </a:r>
        </a:p>
      </dsp:txBody>
      <dsp:txXfrm>
        <a:off x="590274" y="4563199"/>
        <a:ext cx="419313" cy="260351"/>
      </dsp:txXfrm>
    </dsp:sp>
    <dsp:sp modelId="{267C1D7E-171D-40E4-961B-E0505AA9490F}">
      <dsp:nvSpPr>
        <dsp:cNvPr id="0" name=""/>
        <dsp:cNvSpPr/>
      </dsp:nvSpPr>
      <dsp:spPr>
        <a:xfrm>
          <a:off x="1066078" y="329948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52FF6-FAD6-48D1-856F-F1196E73CFD1}">
      <dsp:nvSpPr>
        <dsp:cNvPr id="0" name=""/>
        <dsp:cNvSpPr/>
      </dsp:nvSpPr>
      <dsp:spPr>
        <a:xfrm>
          <a:off x="1114468" y="334545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OS3</a:t>
          </a:r>
        </a:p>
      </dsp:txBody>
      <dsp:txXfrm>
        <a:off x="1122568" y="3353559"/>
        <a:ext cx="419313" cy="260351"/>
      </dsp:txXfrm>
    </dsp:sp>
    <dsp:sp modelId="{8FADEC86-C4F1-4D0B-9F6F-5CDBD5D8FA0B}">
      <dsp:nvSpPr>
        <dsp:cNvPr id="0" name=""/>
        <dsp:cNvSpPr/>
      </dsp:nvSpPr>
      <dsp:spPr>
        <a:xfrm>
          <a:off x="1066078" y="370270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EACF8-B4F7-4979-A107-4F7BA3F09BE7}">
      <dsp:nvSpPr>
        <dsp:cNvPr id="0" name=""/>
        <dsp:cNvSpPr/>
      </dsp:nvSpPr>
      <dsp:spPr>
        <a:xfrm>
          <a:off x="1114468" y="374867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Résultats 3</a:t>
          </a:r>
        </a:p>
      </dsp:txBody>
      <dsp:txXfrm>
        <a:off x="1122568" y="3756773"/>
        <a:ext cx="419313" cy="260351"/>
      </dsp:txXfrm>
    </dsp:sp>
    <dsp:sp modelId="{B6B30970-62AD-459B-8953-7CBB7EB2B280}">
      <dsp:nvSpPr>
        <dsp:cNvPr id="0" name=""/>
        <dsp:cNvSpPr/>
      </dsp:nvSpPr>
      <dsp:spPr>
        <a:xfrm>
          <a:off x="1066078" y="410591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1A1C6-56AA-4646-867A-F76AA3AB89AD}">
      <dsp:nvSpPr>
        <dsp:cNvPr id="0" name=""/>
        <dsp:cNvSpPr/>
      </dsp:nvSpPr>
      <dsp:spPr>
        <a:xfrm>
          <a:off x="1114468" y="415188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Activités</a:t>
          </a:r>
        </a:p>
      </dsp:txBody>
      <dsp:txXfrm>
        <a:off x="1122568" y="4159986"/>
        <a:ext cx="419313" cy="260351"/>
      </dsp:txXfrm>
    </dsp:sp>
    <dsp:sp modelId="{09EC589A-4B90-4278-8BB9-8CA8B8E99E76}">
      <dsp:nvSpPr>
        <dsp:cNvPr id="0" name=""/>
        <dsp:cNvSpPr/>
      </dsp:nvSpPr>
      <dsp:spPr>
        <a:xfrm>
          <a:off x="1066078" y="450912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59494-2240-4E07-BF52-39EBFB7DDD1B}">
      <dsp:nvSpPr>
        <dsp:cNvPr id="0" name=""/>
        <dsp:cNvSpPr/>
      </dsp:nvSpPr>
      <dsp:spPr>
        <a:xfrm>
          <a:off x="1114468" y="455509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Tâches</a:t>
          </a:r>
        </a:p>
      </dsp:txBody>
      <dsp:txXfrm>
        <a:off x="1122568" y="4563199"/>
        <a:ext cx="419313" cy="260351"/>
      </dsp:txXfrm>
    </dsp:sp>
    <dsp:sp modelId="{99C4AE64-AC55-438F-AA21-88FD871E4D92}">
      <dsp:nvSpPr>
        <dsp:cNvPr id="0" name=""/>
        <dsp:cNvSpPr/>
      </dsp:nvSpPr>
      <dsp:spPr>
        <a:xfrm>
          <a:off x="1598373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D198F-123B-42D8-86E2-06D1A0485F9D}">
      <dsp:nvSpPr>
        <dsp:cNvPr id="0" name=""/>
        <dsp:cNvSpPr/>
      </dsp:nvSpPr>
      <dsp:spPr>
        <a:xfrm>
          <a:off x="1646763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1654863" y="2950346"/>
        <a:ext cx="419313" cy="260351"/>
      </dsp:txXfrm>
    </dsp:sp>
    <dsp:sp modelId="{A156EA28-7ACA-4049-A04C-CA04E2F316CB}">
      <dsp:nvSpPr>
        <dsp:cNvPr id="0" name=""/>
        <dsp:cNvSpPr/>
      </dsp:nvSpPr>
      <dsp:spPr>
        <a:xfrm>
          <a:off x="1598373" y="329948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DBB28-BFB7-4F83-B90F-6EAA1FD96BBF}">
      <dsp:nvSpPr>
        <dsp:cNvPr id="0" name=""/>
        <dsp:cNvSpPr/>
      </dsp:nvSpPr>
      <dsp:spPr>
        <a:xfrm>
          <a:off x="1646763" y="334545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OS</a:t>
          </a:r>
        </a:p>
      </dsp:txBody>
      <dsp:txXfrm>
        <a:off x="1654863" y="3353559"/>
        <a:ext cx="419313" cy="260351"/>
      </dsp:txXfrm>
    </dsp:sp>
    <dsp:sp modelId="{D666721E-1137-4BEB-BB35-88AB056CE4B0}">
      <dsp:nvSpPr>
        <dsp:cNvPr id="0" name=""/>
        <dsp:cNvSpPr/>
      </dsp:nvSpPr>
      <dsp:spPr>
        <a:xfrm>
          <a:off x="1598373" y="370270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57890-8083-4739-AF56-FB60D8095E7A}">
      <dsp:nvSpPr>
        <dsp:cNvPr id="0" name=""/>
        <dsp:cNvSpPr/>
      </dsp:nvSpPr>
      <dsp:spPr>
        <a:xfrm>
          <a:off x="1646763" y="374867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Résultats</a:t>
          </a:r>
        </a:p>
      </dsp:txBody>
      <dsp:txXfrm>
        <a:off x="1654863" y="3756773"/>
        <a:ext cx="419313" cy="260351"/>
      </dsp:txXfrm>
    </dsp:sp>
    <dsp:sp modelId="{B4724514-2BD8-443E-8C2E-4F9A1C8629B1}">
      <dsp:nvSpPr>
        <dsp:cNvPr id="0" name=""/>
        <dsp:cNvSpPr/>
      </dsp:nvSpPr>
      <dsp:spPr>
        <a:xfrm>
          <a:off x="2130667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4B770-4D2C-4D55-8218-8A9EAA31F036}">
      <dsp:nvSpPr>
        <dsp:cNvPr id="0" name=""/>
        <dsp:cNvSpPr/>
      </dsp:nvSpPr>
      <dsp:spPr>
        <a:xfrm>
          <a:off x="2179058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2187158" y="2950346"/>
        <a:ext cx="419313" cy="260351"/>
      </dsp:txXfrm>
    </dsp:sp>
    <dsp:sp modelId="{8C409086-571C-4C93-B362-AD05890C9CAB}">
      <dsp:nvSpPr>
        <dsp:cNvPr id="0" name=""/>
        <dsp:cNvSpPr/>
      </dsp:nvSpPr>
      <dsp:spPr>
        <a:xfrm>
          <a:off x="2130667" y="3299488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45AE4-F264-4EE8-AE95-79CC1EB72F47}">
      <dsp:nvSpPr>
        <dsp:cNvPr id="0" name=""/>
        <dsp:cNvSpPr/>
      </dsp:nvSpPr>
      <dsp:spPr>
        <a:xfrm>
          <a:off x="2179058" y="3345459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OS</a:t>
          </a:r>
        </a:p>
      </dsp:txBody>
      <dsp:txXfrm>
        <a:off x="2187158" y="3353559"/>
        <a:ext cx="419313" cy="260351"/>
      </dsp:txXfrm>
    </dsp:sp>
    <dsp:sp modelId="{F589A270-E3DD-4462-B1E3-71AC252822BD}">
      <dsp:nvSpPr>
        <dsp:cNvPr id="0" name=""/>
        <dsp:cNvSpPr/>
      </dsp:nvSpPr>
      <dsp:spPr>
        <a:xfrm>
          <a:off x="2130667" y="370270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C0FA9-D06B-4CEC-BDF2-E81CC9A3B24D}">
      <dsp:nvSpPr>
        <dsp:cNvPr id="0" name=""/>
        <dsp:cNvSpPr/>
      </dsp:nvSpPr>
      <dsp:spPr>
        <a:xfrm>
          <a:off x="2179058" y="374867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 dirty="0"/>
            <a:t>Résultats</a:t>
          </a:r>
        </a:p>
      </dsp:txBody>
      <dsp:txXfrm>
        <a:off x="2187158" y="3756773"/>
        <a:ext cx="419313" cy="260351"/>
      </dsp:txXfrm>
    </dsp:sp>
    <dsp:sp modelId="{283D0044-0758-4D7B-A6C6-FFDEC9781DA3}">
      <dsp:nvSpPr>
        <dsp:cNvPr id="0" name=""/>
        <dsp:cNvSpPr/>
      </dsp:nvSpPr>
      <dsp:spPr>
        <a:xfrm>
          <a:off x="3195257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ED0B4-36EE-4B4E-8C0B-A1C1E126CE4A}">
      <dsp:nvSpPr>
        <dsp:cNvPr id="0" name=""/>
        <dsp:cNvSpPr/>
      </dsp:nvSpPr>
      <dsp:spPr>
        <a:xfrm>
          <a:off x="3243647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CS4ME</a:t>
          </a:r>
        </a:p>
      </dsp:txBody>
      <dsp:txXfrm>
        <a:off x="3251747" y="2547133"/>
        <a:ext cx="419313" cy="260351"/>
      </dsp:txXfrm>
    </dsp:sp>
    <dsp:sp modelId="{98197C16-D38B-4752-AD3B-5CC385B25B13}">
      <dsp:nvSpPr>
        <dsp:cNvPr id="0" name=""/>
        <dsp:cNvSpPr/>
      </dsp:nvSpPr>
      <dsp:spPr>
        <a:xfrm>
          <a:off x="2662962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D92D2-0BE5-46DE-8DDF-B98BDF8B8E2C}">
      <dsp:nvSpPr>
        <dsp:cNvPr id="0" name=""/>
        <dsp:cNvSpPr/>
      </dsp:nvSpPr>
      <dsp:spPr>
        <a:xfrm>
          <a:off x="2711353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2719453" y="2950346"/>
        <a:ext cx="419313" cy="260351"/>
      </dsp:txXfrm>
    </dsp:sp>
    <dsp:sp modelId="{42A48926-C958-4E74-A3C4-4B20276A54E1}">
      <dsp:nvSpPr>
        <dsp:cNvPr id="0" name=""/>
        <dsp:cNvSpPr/>
      </dsp:nvSpPr>
      <dsp:spPr>
        <a:xfrm>
          <a:off x="3195257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E28EB-240B-49DB-93BE-259F0DE83733}">
      <dsp:nvSpPr>
        <dsp:cNvPr id="0" name=""/>
        <dsp:cNvSpPr/>
      </dsp:nvSpPr>
      <dsp:spPr>
        <a:xfrm>
          <a:off x="3243647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3251747" y="2950346"/>
        <a:ext cx="419313" cy="260351"/>
      </dsp:txXfrm>
    </dsp:sp>
    <dsp:sp modelId="{B28D39DE-7302-4B19-9CA0-C0576A96DD9A}">
      <dsp:nvSpPr>
        <dsp:cNvPr id="0" name=""/>
        <dsp:cNvSpPr/>
      </dsp:nvSpPr>
      <dsp:spPr>
        <a:xfrm>
          <a:off x="3727552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E5C32-6067-4E7B-B763-ABE5E13668DF}">
      <dsp:nvSpPr>
        <dsp:cNvPr id="0" name=""/>
        <dsp:cNvSpPr/>
      </dsp:nvSpPr>
      <dsp:spPr>
        <a:xfrm>
          <a:off x="3775942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3784042" y="2950346"/>
        <a:ext cx="419313" cy="260351"/>
      </dsp:txXfrm>
    </dsp:sp>
    <dsp:sp modelId="{25502F3A-DB5F-4C2F-9FAA-F7AD5FE33052}">
      <dsp:nvSpPr>
        <dsp:cNvPr id="0" name=""/>
        <dsp:cNvSpPr/>
      </dsp:nvSpPr>
      <dsp:spPr>
        <a:xfrm>
          <a:off x="4792141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87963-9D55-4D64-AD4E-3E7D6153E8B0}">
      <dsp:nvSpPr>
        <dsp:cNvPr id="0" name=""/>
        <dsp:cNvSpPr/>
      </dsp:nvSpPr>
      <dsp:spPr>
        <a:xfrm>
          <a:off x="4840532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CRG</a:t>
          </a:r>
        </a:p>
      </dsp:txBody>
      <dsp:txXfrm>
        <a:off x="4848632" y="2547133"/>
        <a:ext cx="419313" cy="260351"/>
      </dsp:txXfrm>
    </dsp:sp>
    <dsp:sp modelId="{62D5ACCD-69C4-40BE-AF7E-901E95352D57}">
      <dsp:nvSpPr>
        <dsp:cNvPr id="0" name=""/>
        <dsp:cNvSpPr/>
      </dsp:nvSpPr>
      <dsp:spPr>
        <a:xfrm>
          <a:off x="4259847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534EA-F1E2-4711-9AC4-4346126598D3}">
      <dsp:nvSpPr>
        <dsp:cNvPr id="0" name=""/>
        <dsp:cNvSpPr/>
      </dsp:nvSpPr>
      <dsp:spPr>
        <a:xfrm>
          <a:off x="4308237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4316337" y="2950346"/>
        <a:ext cx="419313" cy="260351"/>
      </dsp:txXfrm>
    </dsp:sp>
    <dsp:sp modelId="{0B462D7A-314B-47B5-B9D8-79B411BA9587}">
      <dsp:nvSpPr>
        <dsp:cNvPr id="0" name=""/>
        <dsp:cNvSpPr/>
      </dsp:nvSpPr>
      <dsp:spPr>
        <a:xfrm>
          <a:off x="4792141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90CC8-5BD3-4911-A464-734849CD2EF0}">
      <dsp:nvSpPr>
        <dsp:cNvPr id="0" name=""/>
        <dsp:cNvSpPr/>
      </dsp:nvSpPr>
      <dsp:spPr>
        <a:xfrm>
          <a:off x="4840532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4848632" y="2950346"/>
        <a:ext cx="419313" cy="260351"/>
      </dsp:txXfrm>
    </dsp:sp>
    <dsp:sp modelId="{CC042950-B936-4372-8A70-4B0D7F60FA33}">
      <dsp:nvSpPr>
        <dsp:cNvPr id="0" name=""/>
        <dsp:cNvSpPr/>
      </dsp:nvSpPr>
      <dsp:spPr>
        <a:xfrm>
          <a:off x="5324436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7A5CA-0FF8-4235-8988-6F1D95B8A04F}">
      <dsp:nvSpPr>
        <dsp:cNvPr id="0" name=""/>
        <dsp:cNvSpPr/>
      </dsp:nvSpPr>
      <dsp:spPr>
        <a:xfrm>
          <a:off x="5372827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5380927" y="2950346"/>
        <a:ext cx="419313" cy="260351"/>
      </dsp:txXfrm>
    </dsp:sp>
    <dsp:sp modelId="{422BB4BB-DE82-4F66-B874-73310AE2D871}">
      <dsp:nvSpPr>
        <dsp:cNvPr id="0" name=""/>
        <dsp:cNvSpPr/>
      </dsp:nvSpPr>
      <dsp:spPr>
        <a:xfrm>
          <a:off x="6389026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929A1-5565-4497-A94B-16FAB7BDAA45}">
      <dsp:nvSpPr>
        <dsp:cNvPr id="0" name=""/>
        <dsp:cNvSpPr/>
      </dsp:nvSpPr>
      <dsp:spPr>
        <a:xfrm>
          <a:off x="6437416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GC7</a:t>
          </a:r>
        </a:p>
      </dsp:txBody>
      <dsp:txXfrm>
        <a:off x="6445516" y="2547133"/>
        <a:ext cx="419313" cy="260351"/>
      </dsp:txXfrm>
    </dsp:sp>
    <dsp:sp modelId="{73AAF2F4-4C98-439C-880E-6C884AEEB8CB}">
      <dsp:nvSpPr>
        <dsp:cNvPr id="0" name=""/>
        <dsp:cNvSpPr/>
      </dsp:nvSpPr>
      <dsp:spPr>
        <a:xfrm>
          <a:off x="5856731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093E0-D3C2-44CE-8822-908EFD7B2871}">
      <dsp:nvSpPr>
        <dsp:cNvPr id="0" name=""/>
        <dsp:cNvSpPr/>
      </dsp:nvSpPr>
      <dsp:spPr>
        <a:xfrm>
          <a:off x="5905121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5913221" y="2950346"/>
        <a:ext cx="419313" cy="260351"/>
      </dsp:txXfrm>
    </dsp:sp>
    <dsp:sp modelId="{1CB0F533-CD19-4CB4-A188-B9234C4F80DF}">
      <dsp:nvSpPr>
        <dsp:cNvPr id="0" name=""/>
        <dsp:cNvSpPr/>
      </dsp:nvSpPr>
      <dsp:spPr>
        <a:xfrm>
          <a:off x="6389026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57578F-263D-49DF-9EF6-AED7978B1DB2}">
      <dsp:nvSpPr>
        <dsp:cNvPr id="0" name=""/>
        <dsp:cNvSpPr/>
      </dsp:nvSpPr>
      <dsp:spPr>
        <a:xfrm>
          <a:off x="6437416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6445516" y="2950346"/>
        <a:ext cx="419313" cy="260351"/>
      </dsp:txXfrm>
    </dsp:sp>
    <dsp:sp modelId="{3FE819D0-590E-4379-AE24-1D4A4C46AF80}">
      <dsp:nvSpPr>
        <dsp:cNvPr id="0" name=""/>
        <dsp:cNvSpPr/>
      </dsp:nvSpPr>
      <dsp:spPr>
        <a:xfrm>
          <a:off x="6921320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2BFE2-B45A-4E29-9FC9-2F59FBB60509}">
      <dsp:nvSpPr>
        <dsp:cNvPr id="0" name=""/>
        <dsp:cNvSpPr/>
      </dsp:nvSpPr>
      <dsp:spPr>
        <a:xfrm>
          <a:off x="6969711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6977811" y="2950346"/>
        <a:ext cx="419313" cy="260351"/>
      </dsp:txXfrm>
    </dsp:sp>
    <dsp:sp modelId="{36F92FAC-91B4-4900-87F4-981372170D17}">
      <dsp:nvSpPr>
        <dsp:cNvPr id="0" name=""/>
        <dsp:cNvSpPr/>
      </dsp:nvSpPr>
      <dsp:spPr>
        <a:xfrm>
          <a:off x="7985910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E63F7-7790-4480-9304-7F16FF08801B}">
      <dsp:nvSpPr>
        <dsp:cNvPr id="0" name=""/>
        <dsp:cNvSpPr/>
      </dsp:nvSpPr>
      <dsp:spPr>
        <a:xfrm>
          <a:off x="8034300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JLA</a:t>
          </a:r>
        </a:p>
      </dsp:txBody>
      <dsp:txXfrm>
        <a:off x="8042400" y="2547133"/>
        <a:ext cx="419313" cy="260351"/>
      </dsp:txXfrm>
    </dsp:sp>
    <dsp:sp modelId="{B0205CC5-9C7D-4339-86C6-F84BEBCF75E9}">
      <dsp:nvSpPr>
        <dsp:cNvPr id="0" name=""/>
        <dsp:cNvSpPr/>
      </dsp:nvSpPr>
      <dsp:spPr>
        <a:xfrm>
          <a:off x="7453615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4CD0C6-5FA8-445F-80CE-AC2D5EF5367A}">
      <dsp:nvSpPr>
        <dsp:cNvPr id="0" name=""/>
        <dsp:cNvSpPr/>
      </dsp:nvSpPr>
      <dsp:spPr>
        <a:xfrm>
          <a:off x="7502006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7510106" y="2950346"/>
        <a:ext cx="419313" cy="260351"/>
      </dsp:txXfrm>
    </dsp:sp>
    <dsp:sp modelId="{B1D8D279-D3FA-4115-A701-C67900135468}">
      <dsp:nvSpPr>
        <dsp:cNvPr id="0" name=""/>
        <dsp:cNvSpPr/>
      </dsp:nvSpPr>
      <dsp:spPr>
        <a:xfrm>
          <a:off x="7985910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15D58-D2CB-4128-A688-FA285D9F607F}">
      <dsp:nvSpPr>
        <dsp:cNvPr id="0" name=""/>
        <dsp:cNvSpPr/>
      </dsp:nvSpPr>
      <dsp:spPr>
        <a:xfrm>
          <a:off x="8034300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8042400" y="2950346"/>
        <a:ext cx="419313" cy="260351"/>
      </dsp:txXfrm>
    </dsp:sp>
    <dsp:sp modelId="{EAF88044-62C8-477C-9032-DB212A10A0EC}">
      <dsp:nvSpPr>
        <dsp:cNvPr id="0" name=""/>
        <dsp:cNvSpPr/>
      </dsp:nvSpPr>
      <dsp:spPr>
        <a:xfrm>
          <a:off x="8518205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FCED01-B22F-42F6-841D-6DBCD494E87A}">
      <dsp:nvSpPr>
        <dsp:cNvPr id="0" name=""/>
        <dsp:cNvSpPr/>
      </dsp:nvSpPr>
      <dsp:spPr>
        <a:xfrm>
          <a:off x="8566595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8574695" y="2950346"/>
        <a:ext cx="419313" cy="260351"/>
      </dsp:txXfrm>
    </dsp:sp>
    <dsp:sp modelId="{3D89A1E3-EF7A-4B8A-82AB-CC0E9E4C31C3}">
      <dsp:nvSpPr>
        <dsp:cNvPr id="0" name=""/>
        <dsp:cNvSpPr/>
      </dsp:nvSpPr>
      <dsp:spPr>
        <a:xfrm>
          <a:off x="9582794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FD0EA-D791-4C70-9268-D49C7EF4CD61}">
      <dsp:nvSpPr>
        <dsp:cNvPr id="0" name=""/>
        <dsp:cNvSpPr/>
      </dsp:nvSpPr>
      <dsp:spPr>
        <a:xfrm>
          <a:off x="9631185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GFAN Africa</a:t>
          </a:r>
        </a:p>
      </dsp:txBody>
      <dsp:txXfrm>
        <a:off x="9639285" y="2547133"/>
        <a:ext cx="419313" cy="260351"/>
      </dsp:txXfrm>
    </dsp:sp>
    <dsp:sp modelId="{16818369-F3DD-48E7-97CF-817174999EF1}">
      <dsp:nvSpPr>
        <dsp:cNvPr id="0" name=""/>
        <dsp:cNvSpPr/>
      </dsp:nvSpPr>
      <dsp:spPr>
        <a:xfrm>
          <a:off x="9050499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8C471-170E-4C5A-A187-767B9CE00E85}">
      <dsp:nvSpPr>
        <dsp:cNvPr id="0" name=""/>
        <dsp:cNvSpPr/>
      </dsp:nvSpPr>
      <dsp:spPr>
        <a:xfrm>
          <a:off x="9098890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9106990" y="2950346"/>
        <a:ext cx="419313" cy="260351"/>
      </dsp:txXfrm>
    </dsp:sp>
    <dsp:sp modelId="{169005CE-5032-4DDB-A959-FC6913C374B3}">
      <dsp:nvSpPr>
        <dsp:cNvPr id="0" name=""/>
        <dsp:cNvSpPr/>
      </dsp:nvSpPr>
      <dsp:spPr>
        <a:xfrm>
          <a:off x="9582794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542D8-73E8-4AF0-A263-4F587EF866EC}">
      <dsp:nvSpPr>
        <dsp:cNvPr id="0" name=""/>
        <dsp:cNvSpPr/>
      </dsp:nvSpPr>
      <dsp:spPr>
        <a:xfrm>
          <a:off x="9631185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9639285" y="2950346"/>
        <a:ext cx="419313" cy="260351"/>
      </dsp:txXfrm>
    </dsp:sp>
    <dsp:sp modelId="{3257A3BD-3BFA-4C9D-8018-5A6452DA213A}">
      <dsp:nvSpPr>
        <dsp:cNvPr id="0" name=""/>
        <dsp:cNvSpPr/>
      </dsp:nvSpPr>
      <dsp:spPr>
        <a:xfrm>
          <a:off x="10115089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C90F6-3FD9-4118-B8EF-1CF6B894A28B}">
      <dsp:nvSpPr>
        <dsp:cNvPr id="0" name=""/>
        <dsp:cNvSpPr/>
      </dsp:nvSpPr>
      <dsp:spPr>
        <a:xfrm>
          <a:off x="10163479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10171579" y="2950346"/>
        <a:ext cx="419313" cy="260351"/>
      </dsp:txXfrm>
    </dsp:sp>
    <dsp:sp modelId="{CB59B285-33FB-468C-8A52-DF013DC4AF62}">
      <dsp:nvSpPr>
        <dsp:cNvPr id="0" name=""/>
        <dsp:cNvSpPr/>
      </dsp:nvSpPr>
      <dsp:spPr>
        <a:xfrm>
          <a:off x="11179678" y="2493062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404FF-2C8A-4A7D-A74E-5FC7CDFFF222}">
      <dsp:nvSpPr>
        <dsp:cNvPr id="0" name=""/>
        <dsp:cNvSpPr/>
      </dsp:nvSpPr>
      <dsp:spPr>
        <a:xfrm>
          <a:off x="11228069" y="2539033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BMGF</a:t>
          </a:r>
        </a:p>
      </dsp:txBody>
      <dsp:txXfrm>
        <a:off x="11236169" y="2547133"/>
        <a:ext cx="419313" cy="260351"/>
      </dsp:txXfrm>
    </dsp:sp>
    <dsp:sp modelId="{FC55056C-CE53-4989-8D84-D340E611264F}">
      <dsp:nvSpPr>
        <dsp:cNvPr id="0" name=""/>
        <dsp:cNvSpPr/>
      </dsp:nvSpPr>
      <dsp:spPr>
        <a:xfrm>
          <a:off x="10647384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15442-3965-4653-AA56-CAA7EC4B7FB1}">
      <dsp:nvSpPr>
        <dsp:cNvPr id="0" name=""/>
        <dsp:cNvSpPr/>
      </dsp:nvSpPr>
      <dsp:spPr>
        <a:xfrm>
          <a:off x="10695774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SERA</a:t>
          </a:r>
        </a:p>
      </dsp:txBody>
      <dsp:txXfrm>
        <a:off x="10703874" y="2950346"/>
        <a:ext cx="419313" cy="260351"/>
      </dsp:txXfrm>
    </dsp:sp>
    <dsp:sp modelId="{236DA68A-7873-4458-B3AB-6FE7585371E8}">
      <dsp:nvSpPr>
        <dsp:cNvPr id="0" name=""/>
        <dsp:cNvSpPr/>
      </dsp:nvSpPr>
      <dsp:spPr>
        <a:xfrm>
          <a:off x="11179678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A73B9-78F8-4C04-A5AA-FE3AB67F7D8D}">
      <dsp:nvSpPr>
        <dsp:cNvPr id="0" name=""/>
        <dsp:cNvSpPr/>
      </dsp:nvSpPr>
      <dsp:spPr>
        <a:xfrm>
          <a:off x="11228069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COM</a:t>
          </a:r>
        </a:p>
      </dsp:txBody>
      <dsp:txXfrm>
        <a:off x="11236169" y="2950346"/>
        <a:ext cx="419313" cy="260351"/>
      </dsp:txXfrm>
    </dsp:sp>
    <dsp:sp modelId="{A781D48C-1D3B-4A18-9630-D70BB3EFD156}">
      <dsp:nvSpPr>
        <dsp:cNvPr id="0" name=""/>
        <dsp:cNvSpPr/>
      </dsp:nvSpPr>
      <dsp:spPr>
        <a:xfrm>
          <a:off x="11711973" y="2896275"/>
          <a:ext cx="435513" cy="276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AF596-D06E-4D72-BEC0-B0020E3E6616}">
      <dsp:nvSpPr>
        <dsp:cNvPr id="0" name=""/>
        <dsp:cNvSpPr/>
      </dsp:nvSpPr>
      <dsp:spPr>
        <a:xfrm>
          <a:off x="11760364" y="2942246"/>
          <a:ext cx="435513" cy="2765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M" sz="700" kern="1200"/>
            <a:t>Plaidoyer</a:t>
          </a:r>
        </a:p>
      </dsp:txBody>
      <dsp:txXfrm>
        <a:off x="11768464" y="2950346"/>
        <a:ext cx="419313" cy="2603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ABE719-289C-42B3-C839-8C1823DA4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344DE3-F80D-0E16-7CA2-7B8B9FB7E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434C46-164C-B910-BAF8-7A407F7C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D89821-0DC0-12D6-F80A-4BDEB53B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B3CF83-6B7D-D5CE-9AA7-714AECCD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73181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F894F-1351-11B9-C2AF-F9D8DA2D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7F1BC0-3AE0-F2BB-DE64-CF1413E11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A49046-639A-3E4C-0C4E-93C514748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AADB73-B15F-8005-17FA-56D69381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CC2762-9A8C-CD22-19F1-FC40E374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22485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E274C-076C-FC1C-82D9-A6A35CA4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383210-8F47-2A04-D49C-BA4B0B734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A841A3-AD1D-C136-1065-5BF2307C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5A6F23-D964-78D1-9BC4-CB0505FF2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F9915C-0A6B-8A08-F1B6-5C9488E2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2333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37B46-01C2-0865-594E-848A508CB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FE3EF4-8D55-33AA-A80A-D20B046A9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5E05AB-246D-C340-256B-CD2011703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07235F-7350-2E3A-6BA2-70B893C5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51307BE-A0D8-5E60-7868-480C1CEC0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1EB0CA-A4D9-AFD2-E6D0-8DD255F6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01509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49F117-B1BB-14CC-74AE-533E4B0B1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26306F8-C3DE-ABD2-E60C-7DD7EC6F7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31B130-9E20-EE34-3A79-F147CAA2A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B885EA-3602-1FEA-A403-139C5F431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33EA17-3A6B-8182-791C-CFC555EC2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54A0812-AB19-6A00-6BE0-1DCE38A1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FF1270-2C7C-F1E3-1268-0C3BBB31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86E776-F23B-FBAF-259F-11BEBB5A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91577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D1E16A-4A99-8677-12E5-80A3D6D6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B20736-D6DC-5608-0EEF-866CC7F5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A1D129-75FD-FE74-260E-F27BB699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E21568-A791-8C39-F8FA-0283955D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787717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AA7575-0AE9-8BC6-3082-E4CEB936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C308BE-0EF7-544A-2690-7D37DE6D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AB8235-85B5-9A97-7CA4-A51A4771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02655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69FFD-F945-451E-EB43-3D52E7C2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9EC85C-764A-93AE-6319-AAE855C4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4AA1DD-25FF-8D51-FB3D-1CB80C99B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4F1084-508A-E194-8382-541FE6C2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043251-C086-E89E-CD22-A414E099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564838-AA4E-58A4-F76B-128291B4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89334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A46F42-8CB3-245F-0199-E4C10872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007021-75AE-F35C-8A0A-F362D4ED4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M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2F818E-80F4-3205-2990-F1DA08E49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F37D8C-7210-8171-8DF8-A8DDCD16B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5D4559-7C0E-9AF9-C3DB-51C81AE8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8D6255-AF29-BA7A-C9FB-C24D9BCE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71275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B88BA-61D2-9383-01CE-BF2300B7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FC8422-521D-0BA7-6F6B-954C34005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E6DCDD-7EC5-8883-75ED-4463CB0D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4B5ED9-6F88-2CA2-6330-1B981C85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ADC78A-52D0-696A-917C-A0C6D647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10575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B62BDAA-29F9-49FB-B0FC-9B38E4B75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94C3CA-6A87-F428-0C51-58E81D788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616FE-137E-E136-F56E-632A65E7E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CFC800-2E82-CA7B-5C01-61E9C814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1ECE81-69D2-8530-E5B4-AAA3B08D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49106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3D012B7-AE74-BC3A-0B0F-7B13DBABC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M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D85F8C-4617-9815-B123-BAA8C42FE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98082E-E264-BBCC-AC3F-CF10F15B7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07591-5C91-4A31-B748-9C133E16D348}" type="datetimeFigureOut">
              <a:rPr lang="fr-CM" smtClean="0"/>
              <a:t>14/12/2023</a:t>
            </a:fld>
            <a:endParaRPr lang="fr-CM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C53008-B3E3-871B-FDCA-A8E80DBDE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DB6CFC-4EEA-8C6E-C3CA-956EE1F7A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F7353-0B95-4666-9C12-798B91C53D3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858853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7FEBA398-86E8-F1CA-FF37-9B14549E39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96314"/>
              </p:ext>
            </p:extLst>
          </p:nvPr>
        </p:nvGraphicFramePr>
        <p:xfrm>
          <a:off x="-5367" y="70887"/>
          <a:ext cx="12197367" cy="6921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75742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</Words>
  <Application>Microsoft Office PowerPoint</Application>
  <PresentationFormat>Grand écran</PresentationFormat>
  <Paragraphs>45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Charles Christian ENAMA</dc:creator>
  <cp:lastModifiedBy>Sue Ricketts</cp:lastModifiedBy>
  <cp:revision>1</cp:revision>
  <dcterms:created xsi:type="dcterms:W3CDTF">2023-12-14T12:42:21Z</dcterms:created>
  <dcterms:modified xsi:type="dcterms:W3CDTF">2023-12-14T12:45:46Z</dcterms:modified>
</cp:coreProperties>
</file>